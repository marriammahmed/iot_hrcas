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72" r:id="rId5"/>
    <p:sldId id="273" r:id="rId6"/>
    <p:sldId id="260" r:id="rId7"/>
    <p:sldId id="259" r:id="rId8"/>
    <p:sldId id="261" r:id="rId9"/>
    <p:sldId id="268" r:id="rId10"/>
    <p:sldId id="262" r:id="rId11"/>
    <p:sldId id="263" r:id="rId12"/>
    <p:sldId id="270" r:id="rId13"/>
    <p:sldId id="267" r:id="rId14"/>
    <p:sldId id="264" r:id="rId15"/>
    <p:sldId id="276" r:id="rId16"/>
    <p:sldId id="265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2E18D3-5A91-47D4-B886-1C8DDA5067E8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3489549-F856-4E77-942B-2D9D893D7C45}">
      <dgm:prSet/>
      <dgm:spPr/>
      <dgm:t>
        <a:bodyPr/>
        <a:lstStyle/>
        <a:p>
          <a:r>
            <a:rPr lang="en-US"/>
            <a:t>Elderly vulnerable to extreme indoor heat</a:t>
          </a:r>
        </a:p>
      </dgm:t>
    </dgm:pt>
    <dgm:pt modelId="{7A9AEA47-D612-4CC3-A1C5-80894A4E9EF4}" type="parTrans" cxnId="{FF1305FB-A4DB-4AAD-B91B-311467FABF1E}">
      <dgm:prSet/>
      <dgm:spPr/>
      <dgm:t>
        <a:bodyPr/>
        <a:lstStyle/>
        <a:p>
          <a:endParaRPr lang="en-US"/>
        </a:p>
      </dgm:t>
    </dgm:pt>
    <dgm:pt modelId="{7CF1DB00-7BB4-4590-803D-E9497DA5B1A3}" type="sibTrans" cxnId="{FF1305FB-A4DB-4AAD-B91B-311467FABF1E}">
      <dgm:prSet/>
      <dgm:spPr/>
      <dgm:t>
        <a:bodyPr/>
        <a:lstStyle/>
        <a:p>
          <a:endParaRPr lang="en-US"/>
        </a:p>
      </dgm:t>
    </dgm:pt>
    <dgm:pt modelId="{6A90F7FF-C208-4AB6-945A-0F4770675EB1}">
      <dgm:prSet/>
      <dgm:spPr/>
      <dgm:t>
        <a:bodyPr/>
        <a:lstStyle/>
        <a:p>
          <a:r>
            <a:rPr lang="en-US"/>
            <a:t>Manual monitoring is unreliable</a:t>
          </a:r>
        </a:p>
      </dgm:t>
    </dgm:pt>
    <dgm:pt modelId="{8C5C43A9-9825-4554-8F61-0C75745F5A2A}" type="parTrans" cxnId="{16B923F1-CB7F-46D9-84F8-F0304BE1067D}">
      <dgm:prSet/>
      <dgm:spPr/>
      <dgm:t>
        <a:bodyPr/>
        <a:lstStyle/>
        <a:p>
          <a:endParaRPr lang="en-US"/>
        </a:p>
      </dgm:t>
    </dgm:pt>
    <dgm:pt modelId="{8762354A-F7FF-41B1-920F-627898B3B840}" type="sibTrans" cxnId="{16B923F1-CB7F-46D9-84F8-F0304BE1067D}">
      <dgm:prSet/>
      <dgm:spPr/>
      <dgm:t>
        <a:bodyPr/>
        <a:lstStyle/>
        <a:p>
          <a:endParaRPr lang="en-US"/>
        </a:p>
      </dgm:t>
    </dgm:pt>
    <dgm:pt modelId="{0D28F17C-2E3C-479F-A64E-4B9AA88C1D25}">
      <dgm:prSet/>
      <dgm:spPr/>
      <dgm:t>
        <a:bodyPr/>
        <a:lstStyle/>
        <a:p>
          <a:r>
            <a:rPr lang="en-US"/>
            <a:t>IoT provides continuous monitoring and automatic alerts</a:t>
          </a:r>
        </a:p>
      </dgm:t>
    </dgm:pt>
    <dgm:pt modelId="{A69B1C2F-294E-4533-AB15-C20440568E78}" type="parTrans" cxnId="{AE248D66-EF9D-4829-AD0C-378838116770}">
      <dgm:prSet/>
      <dgm:spPr/>
      <dgm:t>
        <a:bodyPr/>
        <a:lstStyle/>
        <a:p>
          <a:endParaRPr lang="en-US"/>
        </a:p>
      </dgm:t>
    </dgm:pt>
    <dgm:pt modelId="{58A290CD-03EA-4D56-B6DA-A402E6C9388A}" type="sibTrans" cxnId="{AE248D66-EF9D-4829-AD0C-378838116770}">
      <dgm:prSet/>
      <dgm:spPr/>
      <dgm:t>
        <a:bodyPr/>
        <a:lstStyle/>
        <a:p>
          <a:endParaRPr lang="en-US"/>
        </a:p>
      </dgm:t>
    </dgm:pt>
    <dgm:pt modelId="{AA507B38-16F5-4FF3-A566-56E3D60F0C3B}" type="pres">
      <dgm:prSet presAssocID="{162E18D3-5A91-47D4-B886-1C8DDA5067E8}" presName="linear" presStyleCnt="0">
        <dgm:presLayoutVars>
          <dgm:animLvl val="lvl"/>
          <dgm:resizeHandles val="exact"/>
        </dgm:presLayoutVars>
      </dgm:prSet>
      <dgm:spPr/>
    </dgm:pt>
    <dgm:pt modelId="{812F0A67-95E7-47D9-85CE-0EBC69152F36}" type="pres">
      <dgm:prSet presAssocID="{83489549-F856-4E77-942B-2D9D893D7C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A36078-5EC8-4D9F-89C1-FFE68D74EDA2}" type="pres">
      <dgm:prSet presAssocID="{7CF1DB00-7BB4-4590-803D-E9497DA5B1A3}" presName="spacer" presStyleCnt="0"/>
      <dgm:spPr/>
    </dgm:pt>
    <dgm:pt modelId="{96881384-4EC0-4F9B-AC00-38712176FE71}" type="pres">
      <dgm:prSet presAssocID="{6A90F7FF-C208-4AB6-945A-0F4770675E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902084-B03C-4730-AB85-4491393824EC}" type="pres">
      <dgm:prSet presAssocID="{8762354A-F7FF-41B1-920F-627898B3B840}" presName="spacer" presStyleCnt="0"/>
      <dgm:spPr/>
    </dgm:pt>
    <dgm:pt modelId="{31AE9845-5517-4BEB-AA29-5A455AF31119}" type="pres">
      <dgm:prSet presAssocID="{0D28F17C-2E3C-479F-A64E-4B9AA88C1D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9D3631-D21E-4694-953D-980B3A801462}" type="presOf" srcId="{6A90F7FF-C208-4AB6-945A-0F4770675EB1}" destId="{96881384-4EC0-4F9B-AC00-38712176FE71}" srcOrd="0" destOrd="0" presId="urn:microsoft.com/office/officeart/2005/8/layout/vList2"/>
    <dgm:cxn modelId="{AE248D66-EF9D-4829-AD0C-378838116770}" srcId="{162E18D3-5A91-47D4-B886-1C8DDA5067E8}" destId="{0D28F17C-2E3C-479F-A64E-4B9AA88C1D25}" srcOrd="2" destOrd="0" parTransId="{A69B1C2F-294E-4533-AB15-C20440568E78}" sibTransId="{58A290CD-03EA-4D56-B6DA-A402E6C9388A}"/>
    <dgm:cxn modelId="{70F2DD8D-6721-4484-8DEF-094930BA2C43}" type="presOf" srcId="{162E18D3-5A91-47D4-B886-1C8DDA5067E8}" destId="{AA507B38-16F5-4FF3-A566-56E3D60F0C3B}" srcOrd="0" destOrd="0" presId="urn:microsoft.com/office/officeart/2005/8/layout/vList2"/>
    <dgm:cxn modelId="{89B0169B-4D02-4C77-BAB4-0D7DF543D5DF}" type="presOf" srcId="{0D28F17C-2E3C-479F-A64E-4B9AA88C1D25}" destId="{31AE9845-5517-4BEB-AA29-5A455AF31119}" srcOrd="0" destOrd="0" presId="urn:microsoft.com/office/officeart/2005/8/layout/vList2"/>
    <dgm:cxn modelId="{FA4A9ACD-1C85-4915-913B-EB5F1C0B05D2}" type="presOf" srcId="{83489549-F856-4E77-942B-2D9D893D7C45}" destId="{812F0A67-95E7-47D9-85CE-0EBC69152F36}" srcOrd="0" destOrd="0" presId="urn:microsoft.com/office/officeart/2005/8/layout/vList2"/>
    <dgm:cxn modelId="{16B923F1-CB7F-46D9-84F8-F0304BE1067D}" srcId="{162E18D3-5A91-47D4-B886-1C8DDA5067E8}" destId="{6A90F7FF-C208-4AB6-945A-0F4770675EB1}" srcOrd="1" destOrd="0" parTransId="{8C5C43A9-9825-4554-8F61-0C75745F5A2A}" sibTransId="{8762354A-F7FF-41B1-920F-627898B3B840}"/>
    <dgm:cxn modelId="{FF1305FB-A4DB-4AAD-B91B-311467FABF1E}" srcId="{162E18D3-5A91-47D4-B886-1C8DDA5067E8}" destId="{83489549-F856-4E77-942B-2D9D893D7C45}" srcOrd="0" destOrd="0" parTransId="{7A9AEA47-D612-4CC3-A1C5-80894A4E9EF4}" sibTransId="{7CF1DB00-7BB4-4590-803D-E9497DA5B1A3}"/>
    <dgm:cxn modelId="{2050C974-C565-43D7-AD7C-B7B241F07805}" type="presParOf" srcId="{AA507B38-16F5-4FF3-A566-56E3D60F0C3B}" destId="{812F0A67-95E7-47D9-85CE-0EBC69152F36}" srcOrd="0" destOrd="0" presId="urn:microsoft.com/office/officeart/2005/8/layout/vList2"/>
    <dgm:cxn modelId="{E05AFE85-BF03-4E00-99A2-B66BDC8EAD8C}" type="presParOf" srcId="{AA507B38-16F5-4FF3-A566-56E3D60F0C3B}" destId="{D2A36078-5EC8-4D9F-89C1-FFE68D74EDA2}" srcOrd="1" destOrd="0" presId="urn:microsoft.com/office/officeart/2005/8/layout/vList2"/>
    <dgm:cxn modelId="{94BB5B75-D6A2-44D8-9A79-00DFC35E2BD2}" type="presParOf" srcId="{AA507B38-16F5-4FF3-A566-56E3D60F0C3B}" destId="{96881384-4EC0-4F9B-AC00-38712176FE71}" srcOrd="2" destOrd="0" presId="urn:microsoft.com/office/officeart/2005/8/layout/vList2"/>
    <dgm:cxn modelId="{A8ADB18E-100E-428A-805F-005186FC305E}" type="presParOf" srcId="{AA507B38-16F5-4FF3-A566-56E3D60F0C3B}" destId="{36902084-B03C-4730-AB85-4491393824EC}" srcOrd="3" destOrd="0" presId="urn:microsoft.com/office/officeart/2005/8/layout/vList2"/>
    <dgm:cxn modelId="{BA88ADFD-329A-47A6-AD22-4509CA80DFE7}" type="presParOf" srcId="{AA507B38-16F5-4FF3-A566-56E3D60F0C3B}" destId="{31AE9845-5517-4BEB-AA29-5A455AF311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387CA2-4019-4102-998B-DDAFBB6423EC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E1BED1-D948-4F2A-A017-49B257063F26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700" b="1">
              <a:latin typeface="Century Gothic" panose="020B0502020202020204"/>
              <a:ea typeface="+mn-ea"/>
              <a:cs typeface="+mn-cs"/>
            </a:rPr>
            <a:t>Perception layer </a:t>
          </a:r>
          <a:r>
            <a:rPr lang="en-US" sz="1700">
              <a:latin typeface="Century Gothic" panose="020B0502020202020204"/>
              <a:ea typeface="+mn-ea"/>
              <a:cs typeface="+mn-cs"/>
            </a:rPr>
            <a:t>DHT22</a:t>
          </a:r>
          <a:r>
            <a:rPr lang="en-US" sz="1700">
              <a:ea typeface="+mn-ea"/>
              <a:cs typeface="+mn-cs"/>
            </a:rPr>
            <a:t> </a:t>
          </a:r>
          <a:r>
            <a:rPr lang="en-US" sz="1700">
              <a:latin typeface="Century Gothic" panose="020B0502020202020204"/>
              <a:ea typeface="+mn-ea"/>
              <a:cs typeface="+mn-cs"/>
            </a:rPr>
            <a:t>+ </a:t>
          </a:r>
          <a:r>
            <a:rPr lang="en-US" sz="1700">
              <a:ea typeface="+mn-ea"/>
              <a:cs typeface="+mn-cs"/>
            </a:rPr>
            <a:t>OLED + LED + </a:t>
          </a:r>
          <a:r>
            <a:rPr lang="en-US" sz="1700">
              <a:latin typeface="Century Gothic" panose="020B0502020202020204"/>
              <a:ea typeface="+mn-ea"/>
              <a:cs typeface="+mn-cs"/>
            </a:rPr>
            <a:t>RELAY</a:t>
          </a:r>
          <a:endParaRPr lang="en-US" sz="1700">
            <a:ea typeface="+mn-ea"/>
            <a:cs typeface="+mn-cs"/>
          </a:endParaRPr>
        </a:p>
      </dgm:t>
    </dgm:pt>
    <dgm:pt modelId="{EDAAE6CB-C883-46A7-BB01-C716712EA15E}" type="parTrans" cxnId="{EDBBB4AE-F6DF-4AF7-8552-AB7D36F8172E}">
      <dgm:prSet/>
      <dgm:spPr/>
      <dgm:t>
        <a:bodyPr/>
        <a:lstStyle/>
        <a:p>
          <a:endParaRPr lang="en-US"/>
        </a:p>
      </dgm:t>
    </dgm:pt>
    <dgm:pt modelId="{ECA84B2C-69D9-4F58-BB6E-98329A3C690D}" type="sibTrans" cxnId="{EDBBB4AE-F6DF-4AF7-8552-AB7D36F8172E}">
      <dgm:prSet/>
      <dgm:spPr/>
      <dgm:t>
        <a:bodyPr/>
        <a:lstStyle/>
        <a:p>
          <a:endParaRPr lang="en-US"/>
        </a:p>
      </dgm:t>
    </dgm:pt>
    <dgm:pt modelId="{3FEA0001-4D8A-4DEB-9D7E-FFF2E15B59E2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700" b="1">
              <a:latin typeface="Century Gothic" panose="020B0502020202020204"/>
              <a:ea typeface="+mn-ea"/>
              <a:cs typeface="+mn-cs"/>
            </a:rPr>
            <a:t>Network layer</a:t>
          </a:r>
          <a:r>
            <a:rPr lang="en-US" sz="1700">
              <a:latin typeface="Century Gothic" panose="020B0502020202020204"/>
              <a:ea typeface="+mn-ea"/>
              <a:cs typeface="+mn-cs"/>
            </a:rPr>
            <a:t> ESP32</a:t>
          </a:r>
          <a:r>
            <a:rPr lang="en-US" sz="1700">
              <a:ea typeface="+mn-ea"/>
              <a:cs typeface="+mn-cs"/>
            </a:rPr>
            <a:t> processes temperature data</a:t>
          </a:r>
          <a:r>
            <a:rPr lang="en-US" sz="1700">
              <a:latin typeface="Century Gothic" panose="020B0502020202020204"/>
              <a:ea typeface="+mn-ea"/>
              <a:cs typeface="+mn-cs"/>
            </a:rPr>
            <a:t> + edge via WiFi</a:t>
          </a:r>
          <a:endParaRPr lang="en-US" sz="1700">
            <a:ea typeface="+mn-ea"/>
            <a:cs typeface="+mn-cs"/>
          </a:endParaRPr>
        </a:p>
      </dgm:t>
    </dgm:pt>
    <dgm:pt modelId="{B4492C35-FC3F-40C2-8FFB-8C4922A1B061}" type="parTrans" cxnId="{3199732C-FA46-4B3F-95E8-542B9CD9F70F}">
      <dgm:prSet/>
      <dgm:spPr/>
      <dgm:t>
        <a:bodyPr/>
        <a:lstStyle/>
        <a:p>
          <a:endParaRPr lang="en-US"/>
        </a:p>
      </dgm:t>
    </dgm:pt>
    <dgm:pt modelId="{E3016471-C9A3-4D1A-970A-1D7AA2B7E1D2}" type="sibTrans" cxnId="{3199732C-FA46-4B3F-95E8-542B9CD9F70F}">
      <dgm:prSet/>
      <dgm:spPr/>
      <dgm:t>
        <a:bodyPr/>
        <a:lstStyle/>
        <a:p>
          <a:endParaRPr lang="en-US"/>
        </a:p>
      </dgm:t>
    </dgm:pt>
    <dgm:pt modelId="{9B3F5A8F-89D8-4646-AAF2-70F1F248D196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700" b="1">
              <a:latin typeface="Century Gothic" panose="020B0502020202020204"/>
              <a:ea typeface="+mn-ea"/>
              <a:cs typeface="+mn-cs"/>
            </a:rPr>
            <a:t>Application layer</a:t>
          </a:r>
          <a:r>
            <a:rPr lang="en-US" sz="1700">
              <a:latin typeface="Century Gothic" panose="020B0502020202020204"/>
              <a:ea typeface="+mn-ea"/>
              <a:cs typeface="+mn-cs"/>
            </a:rPr>
            <a:t> sent via MQTT for ThingsBoard cloud monitoring</a:t>
          </a:r>
          <a:endParaRPr lang="en-US" sz="1700">
            <a:ea typeface="+mn-ea"/>
            <a:cs typeface="+mn-cs"/>
          </a:endParaRPr>
        </a:p>
      </dgm:t>
    </dgm:pt>
    <dgm:pt modelId="{94234E8C-0BE2-4B31-8EEE-5D9E554CA272}" type="parTrans" cxnId="{3ABD580B-509D-48E2-9129-D6C0BFC933DB}">
      <dgm:prSet/>
      <dgm:spPr/>
      <dgm:t>
        <a:bodyPr/>
        <a:lstStyle/>
        <a:p>
          <a:endParaRPr lang="en-US"/>
        </a:p>
      </dgm:t>
    </dgm:pt>
    <dgm:pt modelId="{2939B0B7-C07A-45D9-9910-5ED0E24924D6}" type="sibTrans" cxnId="{3ABD580B-509D-48E2-9129-D6C0BFC933DB}">
      <dgm:prSet/>
      <dgm:spPr/>
      <dgm:t>
        <a:bodyPr/>
        <a:lstStyle/>
        <a:p>
          <a:endParaRPr lang="en-US"/>
        </a:p>
      </dgm:t>
    </dgm:pt>
    <dgm:pt modelId="{00CA4684-FBB1-435E-9E41-0C1214BB1415}" type="pres">
      <dgm:prSet presAssocID="{F8387CA2-4019-4102-998B-DDAFBB6423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6C8AB1-73FA-441B-88CF-33952912320B}" type="pres">
      <dgm:prSet presAssocID="{78E1BED1-D948-4F2A-A017-49B257063F26}" presName="hierRoot1" presStyleCnt="0"/>
      <dgm:spPr/>
    </dgm:pt>
    <dgm:pt modelId="{E193D53A-D25D-461A-BEC0-DAA9A3537836}" type="pres">
      <dgm:prSet presAssocID="{78E1BED1-D948-4F2A-A017-49B257063F26}" presName="composite" presStyleCnt="0"/>
      <dgm:spPr/>
    </dgm:pt>
    <dgm:pt modelId="{07196D74-92C7-49FA-891F-2BD4965B8782}" type="pres">
      <dgm:prSet presAssocID="{78E1BED1-D948-4F2A-A017-49B257063F26}" presName="background" presStyleLbl="node0" presStyleIdx="0" presStyleCnt="3"/>
      <dgm:spPr/>
    </dgm:pt>
    <dgm:pt modelId="{FCF5D9F0-C774-47F8-9E99-E869DB2EC867}" type="pres">
      <dgm:prSet presAssocID="{78E1BED1-D948-4F2A-A017-49B257063F26}" presName="text" presStyleLbl="fgAcc0" presStyleIdx="0" presStyleCnt="3">
        <dgm:presLayoutVars>
          <dgm:chPref val="3"/>
        </dgm:presLayoutVars>
      </dgm:prSet>
      <dgm:spPr/>
    </dgm:pt>
    <dgm:pt modelId="{0BB0D1B8-EDBD-4469-9B1F-41ED2433B3D6}" type="pres">
      <dgm:prSet presAssocID="{78E1BED1-D948-4F2A-A017-49B257063F26}" presName="hierChild2" presStyleCnt="0"/>
      <dgm:spPr/>
    </dgm:pt>
    <dgm:pt modelId="{51640A25-E6EB-4948-9D6A-28F9B4D9ADAB}" type="pres">
      <dgm:prSet presAssocID="{3FEA0001-4D8A-4DEB-9D7E-FFF2E15B59E2}" presName="hierRoot1" presStyleCnt="0"/>
      <dgm:spPr/>
    </dgm:pt>
    <dgm:pt modelId="{65DDCB00-322C-42F9-8C31-B2E1F64891F2}" type="pres">
      <dgm:prSet presAssocID="{3FEA0001-4D8A-4DEB-9D7E-FFF2E15B59E2}" presName="composite" presStyleCnt="0"/>
      <dgm:spPr/>
    </dgm:pt>
    <dgm:pt modelId="{81B0EF0E-A376-45ED-9BC5-F1A43AA458AD}" type="pres">
      <dgm:prSet presAssocID="{3FEA0001-4D8A-4DEB-9D7E-FFF2E15B59E2}" presName="background" presStyleLbl="node0" presStyleIdx="1" presStyleCnt="3"/>
      <dgm:spPr/>
    </dgm:pt>
    <dgm:pt modelId="{10EFF6AB-F437-47AF-A912-4E0DC2BEAAAF}" type="pres">
      <dgm:prSet presAssocID="{3FEA0001-4D8A-4DEB-9D7E-FFF2E15B59E2}" presName="text" presStyleLbl="fgAcc0" presStyleIdx="1" presStyleCnt="3">
        <dgm:presLayoutVars>
          <dgm:chPref val="3"/>
        </dgm:presLayoutVars>
      </dgm:prSet>
      <dgm:spPr/>
    </dgm:pt>
    <dgm:pt modelId="{23DF40C5-9CF6-4012-B4A8-013C5FFAA347}" type="pres">
      <dgm:prSet presAssocID="{3FEA0001-4D8A-4DEB-9D7E-FFF2E15B59E2}" presName="hierChild2" presStyleCnt="0"/>
      <dgm:spPr/>
    </dgm:pt>
    <dgm:pt modelId="{58F60477-FD4A-4D36-98B0-A08A7A9F1C13}" type="pres">
      <dgm:prSet presAssocID="{9B3F5A8F-89D8-4646-AAF2-70F1F248D196}" presName="hierRoot1" presStyleCnt="0"/>
      <dgm:spPr/>
    </dgm:pt>
    <dgm:pt modelId="{8AA2570D-997C-49C8-8AD8-F5B09099B3CD}" type="pres">
      <dgm:prSet presAssocID="{9B3F5A8F-89D8-4646-AAF2-70F1F248D196}" presName="composite" presStyleCnt="0"/>
      <dgm:spPr/>
    </dgm:pt>
    <dgm:pt modelId="{32D55224-75A6-4F12-88E3-D6470CFF2DA5}" type="pres">
      <dgm:prSet presAssocID="{9B3F5A8F-89D8-4646-AAF2-70F1F248D196}" presName="background" presStyleLbl="node0" presStyleIdx="2" presStyleCnt="3"/>
      <dgm:spPr/>
    </dgm:pt>
    <dgm:pt modelId="{D5EDB458-1DC4-4D2F-BA0E-089F8CEE3C73}" type="pres">
      <dgm:prSet presAssocID="{9B3F5A8F-89D8-4646-AAF2-70F1F248D196}" presName="text" presStyleLbl="fgAcc0" presStyleIdx="2" presStyleCnt="3">
        <dgm:presLayoutVars>
          <dgm:chPref val="3"/>
        </dgm:presLayoutVars>
      </dgm:prSet>
      <dgm:spPr/>
    </dgm:pt>
    <dgm:pt modelId="{1E29362A-7F48-40E1-9452-59202ACE703C}" type="pres">
      <dgm:prSet presAssocID="{9B3F5A8F-89D8-4646-AAF2-70F1F248D196}" presName="hierChild2" presStyleCnt="0"/>
      <dgm:spPr/>
    </dgm:pt>
  </dgm:ptLst>
  <dgm:cxnLst>
    <dgm:cxn modelId="{3ABD580B-509D-48E2-9129-D6C0BFC933DB}" srcId="{F8387CA2-4019-4102-998B-DDAFBB6423EC}" destId="{9B3F5A8F-89D8-4646-AAF2-70F1F248D196}" srcOrd="2" destOrd="0" parTransId="{94234E8C-0BE2-4B31-8EEE-5D9E554CA272}" sibTransId="{2939B0B7-C07A-45D9-9910-5ED0E24924D6}"/>
    <dgm:cxn modelId="{3199732C-FA46-4B3F-95E8-542B9CD9F70F}" srcId="{F8387CA2-4019-4102-998B-DDAFBB6423EC}" destId="{3FEA0001-4D8A-4DEB-9D7E-FFF2E15B59E2}" srcOrd="1" destOrd="0" parTransId="{B4492C35-FC3F-40C2-8FFB-8C4922A1B061}" sibTransId="{E3016471-C9A3-4D1A-970A-1D7AA2B7E1D2}"/>
    <dgm:cxn modelId="{29F36838-A635-4F04-BE5E-892B43EFED04}" type="presOf" srcId="{9B3F5A8F-89D8-4646-AAF2-70F1F248D196}" destId="{D5EDB458-1DC4-4D2F-BA0E-089F8CEE3C73}" srcOrd="0" destOrd="0" presId="urn:microsoft.com/office/officeart/2005/8/layout/hierarchy1"/>
    <dgm:cxn modelId="{1FCB0864-8508-4521-9C44-57DD71A7917E}" type="presOf" srcId="{3FEA0001-4D8A-4DEB-9D7E-FFF2E15B59E2}" destId="{10EFF6AB-F437-47AF-A912-4E0DC2BEAAAF}" srcOrd="0" destOrd="0" presId="urn:microsoft.com/office/officeart/2005/8/layout/hierarchy1"/>
    <dgm:cxn modelId="{505F23A9-2DDE-461C-BAAF-1C2ABE61E4B5}" type="presOf" srcId="{F8387CA2-4019-4102-998B-DDAFBB6423EC}" destId="{00CA4684-FBB1-435E-9E41-0C1214BB1415}" srcOrd="0" destOrd="0" presId="urn:microsoft.com/office/officeart/2005/8/layout/hierarchy1"/>
    <dgm:cxn modelId="{EDBBB4AE-F6DF-4AF7-8552-AB7D36F8172E}" srcId="{F8387CA2-4019-4102-998B-DDAFBB6423EC}" destId="{78E1BED1-D948-4F2A-A017-49B257063F26}" srcOrd="0" destOrd="0" parTransId="{EDAAE6CB-C883-46A7-BB01-C716712EA15E}" sibTransId="{ECA84B2C-69D9-4F58-BB6E-98329A3C690D}"/>
    <dgm:cxn modelId="{7103E2C9-746B-439D-BFF6-45ED44FC86C2}" type="presOf" srcId="{78E1BED1-D948-4F2A-A017-49B257063F26}" destId="{FCF5D9F0-C774-47F8-9E99-E869DB2EC867}" srcOrd="0" destOrd="0" presId="urn:microsoft.com/office/officeart/2005/8/layout/hierarchy1"/>
    <dgm:cxn modelId="{BAE37257-15F5-404F-BF70-273521787FE8}" type="presParOf" srcId="{00CA4684-FBB1-435E-9E41-0C1214BB1415}" destId="{8F6C8AB1-73FA-441B-88CF-33952912320B}" srcOrd="0" destOrd="0" presId="urn:microsoft.com/office/officeart/2005/8/layout/hierarchy1"/>
    <dgm:cxn modelId="{FD474EFB-D9B5-4449-874D-ACD3589F07A1}" type="presParOf" srcId="{8F6C8AB1-73FA-441B-88CF-33952912320B}" destId="{E193D53A-D25D-461A-BEC0-DAA9A3537836}" srcOrd="0" destOrd="0" presId="urn:microsoft.com/office/officeart/2005/8/layout/hierarchy1"/>
    <dgm:cxn modelId="{039533E2-C7CC-4568-8C9C-5C75F98CEADC}" type="presParOf" srcId="{E193D53A-D25D-461A-BEC0-DAA9A3537836}" destId="{07196D74-92C7-49FA-891F-2BD4965B8782}" srcOrd="0" destOrd="0" presId="urn:microsoft.com/office/officeart/2005/8/layout/hierarchy1"/>
    <dgm:cxn modelId="{66A7CA89-5FC5-4417-9C08-772EDB364EF5}" type="presParOf" srcId="{E193D53A-D25D-461A-BEC0-DAA9A3537836}" destId="{FCF5D9F0-C774-47F8-9E99-E869DB2EC867}" srcOrd="1" destOrd="0" presId="urn:microsoft.com/office/officeart/2005/8/layout/hierarchy1"/>
    <dgm:cxn modelId="{56247E05-052E-4220-AC88-CCD3CC23940C}" type="presParOf" srcId="{8F6C8AB1-73FA-441B-88CF-33952912320B}" destId="{0BB0D1B8-EDBD-4469-9B1F-41ED2433B3D6}" srcOrd="1" destOrd="0" presId="urn:microsoft.com/office/officeart/2005/8/layout/hierarchy1"/>
    <dgm:cxn modelId="{7C020003-96CF-49DD-BE6A-D2FFA383BFED}" type="presParOf" srcId="{00CA4684-FBB1-435E-9E41-0C1214BB1415}" destId="{51640A25-E6EB-4948-9D6A-28F9B4D9ADAB}" srcOrd="1" destOrd="0" presId="urn:microsoft.com/office/officeart/2005/8/layout/hierarchy1"/>
    <dgm:cxn modelId="{6988FDE6-704A-4C54-A0FF-8E98D3967850}" type="presParOf" srcId="{51640A25-E6EB-4948-9D6A-28F9B4D9ADAB}" destId="{65DDCB00-322C-42F9-8C31-B2E1F64891F2}" srcOrd="0" destOrd="0" presId="urn:microsoft.com/office/officeart/2005/8/layout/hierarchy1"/>
    <dgm:cxn modelId="{80A4CE04-C9E7-4BAF-9A19-35DB26E3F013}" type="presParOf" srcId="{65DDCB00-322C-42F9-8C31-B2E1F64891F2}" destId="{81B0EF0E-A376-45ED-9BC5-F1A43AA458AD}" srcOrd="0" destOrd="0" presId="urn:microsoft.com/office/officeart/2005/8/layout/hierarchy1"/>
    <dgm:cxn modelId="{32C582C0-477E-4985-9422-195DFFC31782}" type="presParOf" srcId="{65DDCB00-322C-42F9-8C31-B2E1F64891F2}" destId="{10EFF6AB-F437-47AF-A912-4E0DC2BEAAAF}" srcOrd="1" destOrd="0" presId="urn:microsoft.com/office/officeart/2005/8/layout/hierarchy1"/>
    <dgm:cxn modelId="{232188AD-1D92-4E72-8DB4-F44E99724C98}" type="presParOf" srcId="{51640A25-E6EB-4948-9D6A-28F9B4D9ADAB}" destId="{23DF40C5-9CF6-4012-B4A8-013C5FFAA347}" srcOrd="1" destOrd="0" presId="urn:microsoft.com/office/officeart/2005/8/layout/hierarchy1"/>
    <dgm:cxn modelId="{12CF9406-9A64-4936-8864-96EFABD97C17}" type="presParOf" srcId="{00CA4684-FBB1-435E-9E41-0C1214BB1415}" destId="{58F60477-FD4A-4D36-98B0-A08A7A9F1C13}" srcOrd="2" destOrd="0" presId="urn:microsoft.com/office/officeart/2005/8/layout/hierarchy1"/>
    <dgm:cxn modelId="{4B605202-7DCA-4AD4-B646-CC01B883185F}" type="presParOf" srcId="{58F60477-FD4A-4D36-98B0-A08A7A9F1C13}" destId="{8AA2570D-997C-49C8-8AD8-F5B09099B3CD}" srcOrd="0" destOrd="0" presId="urn:microsoft.com/office/officeart/2005/8/layout/hierarchy1"/>
    <dgm:cxn modelId="{1BE6AEC0-0C92-4BB2-BC73-EC7EEF305809}" type="presParOf" srcId="{8AA2570D-997C-49C8-8AD8-F5B09099B3CD}" destId="{32D55224-75A6-4F12-88E3-D6470CFF2DA5}" srcOrd="0" destOrd="0" presId="urn:microsoft.com/office/officeart/2005/8/layout/hierarchy1"/>
    <dgm:cxn modelId="{E2655FFF-FD97-4D6E-8F41-C77D62F9366A}" type="presParOf" srcId="{8AA2570D-997C-49C8-8AD8-F5B09099B3CD}" destId="{D5EDB458-1DC4-4D2F-BA0E-089F8CEE3C73}" srcOrd="1" destOrd="0" presId="urn:microsoft.com/office/officeart/2005/8/layout/hierarchy1"/>
    <dgm:cxn modelId="{043E83B9-C1DF-41D7-AAB6-0E33044D1233}" type="presParOf" srcId="{58F60477-FD4A-4D36-98B0-A08A7A9F1C13}" destId="{1E29362A-7F48-40E1-9452-59202ACE70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86936B-B6CF-44A2-8E1F-24BB85D989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9A66513-F3C9-4228-AB5E-B1BEE325C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ESP32 reads sensor data</a:t>
          </a:r>
        </a:p>
      </dgm:t>
    </dgm:pt>
    <dgm:pt modelId="{39507B14-D978-42EB-B20A-A8FC7E4ECA4E}" type="parTrans" cxnId="{2A20BBBA-64B0-48C2-8A3E-696BFBD6199E}">
      <dgm:prSet/>
      <dgm:spPr/>
      <dgm:t>
        <a:bodyPr/>
        <a:lstStyle/>
        <a:p>
          <a:endParaRPr lang="en-US"/>
        </a:p>
      </dgm:t>
    </dgm:pt>
    <dgm:pt modelId="{E1E29C41-1AE8-4F77-9B5B-0FB0B46ABBF1}" type="sibTrans" cxnId="{2A20BBBA-64B0-48C2-8A3E-696BFBD6199E}">
      <dgm:prSet/>
      <dgm:spPr/>
      <dgm:t>
        <a:bodyPr/>
        <a:lstStyle/>
        <a:p>
          <a:endParaRPr lang="en-US"/>
        </a:p>
      </dgm:t>
    </dgm:pt>
    <dgm:pt modelId="{C836E63D-CD0D-4F6B-B52C-A314EF153C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Checks temperature threshold</a:t>
          </a:r>
        </a:p>
      </dgm:t>
    </dgm:pt>
    <dgm:pt modelId="{BC9A8121-A9E3-49FC-943D-CC067040379F}" type="parTrans" cxnId="{7553E221-EF19-4966-B6AE-CA282439E98E}">
      <dgm:prSet/>
      <dgm:spPr/>
      <dgm:t>
        <a:bodyPr/>
        <a:lstStyle/>
        <a:p>
          <a:endParaRPr lang="en-US"/>
        </a:p>
      </dgm:t>
    </dgm:pt>
    <dgm:pt modelId="{C3A4B5AE-E42D-4AE0-804C-2B9E6B34FB8B}" type="sibTrans" cxnId="{7553E221-EF19-4966-B6AE-CA282439E98E}">
      <dgm:prSet/>
      <dgm:spPr/>
      <dgm:t>
        <a:bodyPr/>
        <a:lstStyle/>
        <a:p>
          <a:endParaRPr lang="en-US"/>
        </a:p>
      </dgm:t>
    </dgm:pt>
    <dgm:pt modelId="{80D04AC9-5514-45BD-AD18-E0AE27520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unsafe → LED ON, relay activates</a:t>
          </a:r>
        </a:p>
      </dgm:t>
    </dgm:pt>
    <dgm:pt modelId="{8AC8B827-CEA3-44FC-A31C-AF8077D028EE}" type="parTrans" cxnId="{12056808-4E63-4995-A60B-C588644A5CBE}">
      <dgm:prSet/>
      <dgm:spPr/>
      <dgm:t>
        <a:bodyPr/>
        <a:lstStyle/>
        <a:p>
          <a:endParaRPr lang="en-US"/>
        </a:p>
      </dgm:t>
    </dgm:pt>
    <dgm:pt modelId="{BA81E761-C0DB-4C40-885B-BA7E5AB7F44E}" type="sibTrans" cxnId="{12056808-4E63-4995-A60B-C588644A5CBE}">
      <dgm:prSet/>
      <dgm:spPr/>
      <dgm:t>
        <a:bodyPr/>
        <a:lstStyle/>
        <a:p>
          <a:endParaRPr lang="en-US"/>
        </a:p>
      </dgm:t>
    </dgm:pt>
    <dgm:pt modelId="{D5E03CF1-1521-4FEA-B480-8603711964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OLED displays alert, MQTT sends data</a:t>
          </a:r>
        </a:p>
      </dgm:t>
    </dgm:pt>
    <dgm:pt modelId="{7E4BD7E6-B509-4801-8C34-6DEE2293FCB8}" type="parTrans" cxnId="{79E8FAE1-3E15-480A-A4E1-A4632C6206C9}">
      <dgm:prSet/>
      <dgm:spPr/>
      <dgm:t>
        <a:bodyPr/>
        <a:lstStyle/>
        <a:p>
          <a:endParaRPr lang="en-US"/>
        </a:p>
      </dgm:t>
    </dgm:pt>
    <dgm:pt modelId="{A14533DA-9AED-4D5F-8947-9A3F58511EC8}" type="sibTrans" cxnId="{79E8FAE1-3E15-480A-A4E1-A4632C6206C9}">
      <dgm:prSet/>
      <dgm:spPr/>
      <dgm:t>
        <a:bodyPr/>
        <a:lstStyle/>
        <a:p>
          <a:endParaRPr lang="en-US"/>
        </a:p>
      </dgm:t>
    </dgm:pt>
    <dgm:pt modelId="{82C9315F-A093-4327-B098-6686D0214164}" type="pres">
      <dgm:prSet presAssocID="{4486936B-B6CF-44A2-8E1F-24BB85D989E5}" presName="root" presStyleCnt="0">
        <dgm:presLayoutVars>
          <dgm:dir/>
          <dgm:resizeHandles val="exact"/>
        </dgm:presLayoutVars>
      </dgm:prSet>
      <dgm:spPr/>
    </dgm:pt>
    <dgm:pt modelId="{0FEA7917-B9D7-4B73-8A34-BEB6FCAD850C}" type="pres">
      <dgm:prSet presAssocID="{89A66513-F3C9-4228-AB5E-B1BEE325C225}" presName="compNode" presStyleCnt="0"/>
      <dgm:spPr/>
    </dgm:pt>
    <dgm:pt modelId="{F903F4EA-2730-4D05-9BB1-90C4D616D49E}" type="pres">
      <dgm:prSet presAssocID="{89A66513-F3C9-4228-AB5E-B1BEE325C22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24AF9C8-7160-4494-8E4C-B23B1844A1B9}" type="pres">
      <dgm:prSet presAssocID="{89A66513-F3C9-4228-AB5E-B1BEE325C225}" presName="spaceRect" presStyleCnt="0"/>
      <dgm:spPr/>
    </dgm:pt>
    <dgm:pt modelId="{FAC08DB9-B931-4061-ADAC-E784F0AF3423}" type="pres">
      <dgm:prSet presAssocID="{89A66513-F3C9-4228-AB5E-B1BEE325C225}" presName="textRect" presStyleLbl="revTx" presStyleIdx="0" presStyleCnt="4">
        <dgm:presLayoutVars>
          <dgm:chMax val="1"/>
          <dgm:chPref val="1"/>
        </dgm:presLayoutVars>
      </dgm:prSet>
      <dgm:spPr/>
    </dgm:pt>
    <dgm:pt modelId="{A9E5B4F1-1686-4235-8EF9-E508A401ACD1}" type="pres">
      <dgm:prSet presAssocID="{E1E29C41-1AE8-4F77-9B5B-0FB0B46ABBF1}" presName="sibTrans" presStyleCnt="0"/>
      <dgm:spPr/>
    </dgm:pt>
    <dgm:pt modelId="{8BD422C8-172A-4A0C-AB22-EF81E4FAE8E9}" type="pres">
      <dgm:prSet presAssocID="{C836E63D-CD0D-4F6B-B52C-A314EF153CA5}" presName="compNode" presStyleCnt="0"/>
      <dgm:spPr/>
    </dgm:pt>
    <dgm:pt modelId="{B2DAA24F-D2F3-43F4-B8A9-BCF5A0722FD4}" type="pres">
      <dgm:prSet presAssocID="{C836E63D-CD0D-4F6B-B52C-A314EF153CA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E020D50C-E935-47A8-A902-DADCCFE6AB15}" type="pres">
      <dgm:prSet presAssocID="{C836E63D-CD0D-4F6B-B52C-A314EF153CA5}" presName="spaceRect" presStyleCnt="0"/>
      <dgm:spPr/>
    </dgm:pt>
    <dgm:pt modelId="{68A7B072-188C-4979-8B4B-C3012DE71FE2}" type="pres">
      <dgm:prSet presAssocID="{C836E63D-CD0D-4F6B-B52C-A314EF153CA5}" presName="textRect" presStyleLbl="revTx" presStyleIdx="1" presStyleCnt="4">
        <dgm:presLayoutVars>
          <dgm:chMax val="1"/>
          <dgm:chPref val="1"/>
        </dgm:presLayoutVars>
      </dgm:prSet>
      <dgm:spPr/>
    </dgm:pt>
    <dgm:pt modelId="{D30D92AA-79CC-4F02-A7D5-5C813765E610}" type="pres">
      <dgm:prSet presAssocID="{C3A4B5AE-E42D-4AE0-804C-2B9E6B34FB8B}" presName="sibTrans" presStyleCnt="0"/>
      <dgm:spPr/>
    </dgm:pt>
    <dgm:pt modelId="{E03B8FB1-A701-4F5D-8038-CE79E102B017}" type="pres">
      <dgm:prSet presAssocID="{80D04AC9-5514-45BD-AD18-E0AE2752046E}" presName="compNode" presStyleCnt="0"/>
      <dgm:spPr/>
    </dgm:pt>
    <dgm:pt modelId="{F11CE997-503D-453A-B13A-730BD66EFDEA}" type="pres">
      <dgm:prSet presAssocID="{80D04AC9-5514-45BD-AD18-E0AE275204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E25A4D3-76A1-4E9C-8749-46D19E36301F}" type="pres">
      <dgm:prSet presAssocID="{80D04AC9-5514-45BD-AD18-E0AE2752046E}" presName="spaceRect" presStyleCnt="0"/>
      <dgm:spPr/>
    </dgm:pt>
    <dgm:pt modelId="{954271F3-404E-4153-AD70-2CA8F365D16D}" type="pres">
      <dgm:prSet presAssocID="{80D04AC9-5514-45BD-AD18-E0AE2752046E}" presName="textRect" presStyleLbl="revTx" presStyleIdx="2" presStyleCnt="4">
        <dgm:presLayoutVars>
          <dgm:chMax val="1"/>
          <dgm:chPref val="1"/>
        </dgm:presLayoutVars>
      </dgm:prSet>
      <dgm:spPr/>
    </dgm:pt>
    <dgm:pt modelId="{4FAB2DA0-974D-4B57-80D4-A15C8536A497}" type="pres">
      <dgm:prSet presAssocID="{BA81E761-C0DB-4C40-885B-BA7E5AB7F44E}" presName="sibTrans" presStyleCnt="0"/>
      <dgm:spPr/>
    </dgm:pt>
    <dgm:pt modelId="{7566C3C5-7EEF-4A60-B0FE-6D1721188FCC}" type="pres">
      <dgm:prSet presAssocID="{D5E03CF1-1521-4FEA-B480-86037119645C}" presName="compNode" presStyleCnt="0"/>
      <dgm:spPr/>
    </dgm:pt>
    <dgm:pt modelId="{4A2F0F46-7747-4B30-AD3A-FDD3F6A5302C}" type="pres">
      <dgm:prSet presAssocID="{D5E03CF1-1521-4FEA-B480-8603711964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00D68ABC-768E-49FC-8D9E-5243203E21E8}" type="pres">
      <dgm:prSet presAssocID="{D5E03CF1-1521-4FEA-B480-86037119645C}" presName="spaceRect" presStyleCnt="0"/>
      <dgm:spPr/>
    </dgm:pt>
    <dgm:pt modelId="{D2553C68-E6A2-4637-A2B5-C354A22EA7F5}" type="pres">
      <dgm:prSet presAssocID="{D5E03CF1-1521-4FEA-B480-86037119645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056808-4E63-4995-A60B-C588644A5CBE}" srcId="{4486936B-B6CF-44A2-8E1F-24BB85D989E5}" destId="{80D04AC9-5514-45BD-AD18-E0AE2752046E}" srcOrd="2" destOrd="0" parTransId="{8AC8B827-CEA3-44FC-A31C-AF8077D028EE}" sibTransId="{BA81E761-C0DB-4C40-885B-BA7E5AB7F44E}"/>
    <dgm:cxn modelId="{7553E221-EF19-4966-B6AE-CA282439E98E}" srcId="{4486936B-B6CF-44A2-8E1F-24BB85D989E5}" destId="{C836E63D-CD0D-4F6B-B52C-A314EF153CA5}" srcOrd="1" destOrd="0" parTransId="{BC9A8121-A9E3-49FC-943D-CC067040379F}" sibTransId="{C3A4B5AE-E42D-4AE0-804C-2B9E6B34FB8B}"/>
    <dgm:cxn modelId="{AA5B4B39-1EB1-49CD-B63C-1F161602052E}" type="presOf" srcId="{D5E03CF1-1521-4FEA-B480-86037119645C}" destId="{D2553C68-E6A2-4637-A2B5-C354A22EA7F5}" srcOrd="0" destOrd="0" presId="urn:microsoft.com/office/officeart/2018/2/layout/IconLabelList"/>
    <dgm:cxn modelId="{D8FEB743-17F4-42E2-BC26-CB6E80FDC20F}" type="presOf" srcId="{C836E63D-CD0D-4F6B-B52C-A314EF153CA5}" destId="{68A7B072-188C-4979-8B4B-C3012DE71FE2}" srcOrd="0" destOrd="0" presId="urn:microsoft.com/office/officeart/2018/2/layout/IconLabelList"/>
    <dgm:cxn modelId="{2A20BBBA-64B0-48C2-8A3E-696BFBD6199E}" srcId="{4486936B-B6CF-44A2-8E1F-24BB85D989E5}" destId="{89A66513-F3C9-4228-AB5E-B1BEE325C225}" srcOrd="0" destOrd="0" parTransId="{39507B14-D978-42EB-B20A-A8FC7E4ECA4E}" sibTransId="{E1E29C41-1AE8-4F77-9B5B-0FB0B46ABBF1}"/>
    <dgm:cxn modelId="{E0181AD5-D514-4871-B5DE-48A4E50CE1CF}" type="presOf" srcId="{4486936B-B6CF-44A2-8E1F-24BB85D989E5}" destId="{82C9315F-A093-4327-B098-6686D0214164}" srcOrd="0" destOrd="0" presId="urn:microsoft.com/office/officeart/2018/2/layout/IconLabelList"/>
    <dgm:cxn modelId="{79E8FAE1-3E15-480A-A4E1-A4632C6206C9}" srcId="{4486936B-B6CF-44A2-8E1F-24BB85D989E5}" destId="{D5E03CF1-1521-4FEA-B480-86037119645C}" srcOrd="3" destOrd="0" parTransId="{7E4BD7E6-B509-4801-8C34-6DEE2293FCB8}" sibTransId="{A14533DA-9AED-4D5F-8947-9A3F58511EC8}"/>
    <dgm:cxn modelId="{93C85AE2-1708-48CB-A9A3-785531D731D5}" type="presOf" srcId="{89A66513-F3C9-4228-AB5E-B1BEE325C225}" destId="{FAC08DB9-B931-4061-ADAC-E784F0AF3423}" srcOrd="0" destOrd="0" presId="urn:microsoft.com/office/officeart/2018/2/layout/IconLabelList"/>
    <dgm:cxn modelId="{C12D05F9-BCA6-449E-92AF-DE3188AD8E1D}" type="presOf" srcId="{80D04AC9-5514-45BD-AD18-E0AE2752046E}" destId="{954271F3-404E-4153-AD70-2CA8F365D16D}" srcOrd="0" destOrd="0" presId="urn:microsoft.com/office/officeart/2018/2/layout/IconLabelList"/>
    <dgm:cxn modelId="{37A87D74-E6E7-4F7D-BA45-482A26D03425}" type="presParOf" srcId="{82C9315F-A093-4327-B098-6686D0214164}" destId="{0FEA7917-B9D7-4B73-8A34-BEB6FCAD850C}" srcOrd="0" destOrd="0" presId="urn:microsoft.com/office/officeart/2018/2/layout/IconLabelList"/>
    <dgm:cxn modelId="{2C7CDEA2-D442-4913-A6A5-E7FE6ADA432F}" type="presParOf" srcId="{0FEA7917-B9D7-4B73-8A34-BEB6FCAD850C}" destId="{F903F4EA-2730-4D05-9BB1-90C4D616D49E}" srcOrd="0" destOrd="0" presId="urn:microsoft.com/office/officeart/2018/2/layout/IconLabelList"/>
    <dgm:cxn modelId="{A738E179-6597-43D8-B912-9209D6E59B53}" type="presParOf" srcId="{0FEA7917-B9D7-4B73-8A34-BEB6FCAD850C}" destId="{A24AF9C8-7160-4494-8E4C-B23B1844A1B9}" srcOrd="1" destOrd="0" presId="urn:microsoft.com/office/officeart/2018/2/layout/IconLabelList"/>
    <dgm:cxn modelId="{DAEA3066-7BFE-472C-AEBD-60A940C2D5DC}" type="presParOf" srcId="{0FEA7917-B9D7-4B73-8A34-BEB6FCAD850C}" destId="{FAC08DB9-B931-4061-ADAC-E784F0AF3423}" srcOrd="2" destOrd="0" presId="urn:microsoft.com/office/officeart/2018/2/layout/IconLabelList"/>
    <dgm:cxn modelId="{85AA9E35-BEB8-41FC-A8A8-6FEB3DF087A5}" type="presParOf" srcId="{82C9315F-A093-4327-B098-6686D0214164}" destId="{A9E5B4F1-1686-4235-8EF9-E508A401ACD1}" srcOrd="1" destOrd="0" presId="urn:microsoft.com/office/officeart/2018/2/layout/IconLabelList"/>
    <dgm:cxn modelId="{30BB9E17-C84A-45B8-A1E4-6939B25DF2EF}" type="presParOf" srcId="{82C9315F-A093-4327-B098-6686D0214164}" destId="{8BD422C8-172A-4A0C-AB22-EF81E4FAE8E9}" srcOrd="2" destOrd="0" presId="urn:microsoft.com/office/officeart/2018/2/layout/IconLabelList"/>
    <dgm:cxn modelId="{E5A2AFBD-6178-4092-8153-1BE17B2F8FAB}" type="presParOf" srcId="{8BD422C8-172A-4A0C-AB22-EF81E4FAE8E9}" destId="{B2DAA24F-D2F3-43F4-B8A9-BCF5A0722FD4}" srcOrd="0" destOrd="0" presId="urn:microsoft.com/office/officeart/2018/2/layout/IconLabelList"/>
    <dgm:cxn modelId="{F34A1511-FCF0-408F-B3F7-A33AA1527051}" type="presParOf" srcId="{8BD422C8-172A-4A0C-AB22-EF81E4FAE8E9}" destId="{E020D50C-E935-47A8-A902-DADCCFE6AB15}" srcOrd="1" destOrd="0" presId="urn:microsoft.com/office/officeart/2018/2/layout/IconLabelList"/>
    <dgm:cxn modelId="{779998B6-837C-41E3-95D9-956DAA45907A}" type="presParOf" srcId="{8BD422C8-172A-4A0C-AB22-EF81E4FAE8E9}" destId="{68A7B072-188C-4979-8B4B-C3012DE71FE2}" srcOrd="2" destOrd="0" presId="urn:microsoft.com/office/officeart/2018/2/layout/IconLabelList"/>
    <dgm:cxn modelId="{3B17D0F2-B57D-467C-98B3-547EDB97EC9D}" type="presParOf" srcId="{82C9315F-A093-4327-B098-6686D0214164}" destId="{D30D92AA-79CC-4F02-A7D5-5C813765E610}" srcOrd="3" destOrd="0" presId="urn:microsoft.com/office/officeart/2018/2/layout/IconLabelList"/>
    <dgm:cxn modelId="{B090F57F-1DAC-49BB-A0C0-CC16BAB1A71A}" type="presParOf" srcId="{82C9315F-A093-4327-B098-6686D0214164}" destId="{E03B8FB1-A701-4F5D-8038-CE79E102B017}" srcOrd="4" destOrd="0" presId="urn:microsoft.com/office/officeart/2018/2/layout/IconLabelList"/>
    <dgm:cxn modelId="{123B84A6-DEE0-43D4-804E-3E840FBCB717}" type="presParOf" srcId="{E03B8FB1-A701-4F5D-8038-CE79E102B017}" destId="{F11CE997-503D-453A-B13A-730BD66EFDEA}" srcOrd="0" destOrd="0" presId="urn:microsoft.com/office/officeart/2018/2/layout/IconLabelList"/>
    <dgm:cxn modelId="{54D13DA5-8D14-4CDA-9ABA-3B5A4B2ED460}" type="presParOf" srcId="{E03B8FB1-A701-4F5D-8038-CE79E102B017}" destId="{EE25A4D3-76A1-4E9C-8749-46D19E36301F}" srcOrd="1" destOrd="0" presId="urn:microsoft.com/office/officeart/2018/2/layout/IconLabelList"/>
    <dgm:cxn modelId="{EF469F3A-174C-400E-BF2C-5D3B14345CFF}" type="presParOf" srcId="{E03B8FB1-A701-4F5D-8038-CE79E102B017}" destId="{954271F3-404E-4153-AD70-2CA8F365D16D}" srcOrd="2" destOrd="0" presId="urn:microsoft.com/office/officeart/2018/2/layout/IconLabelList"/>
    <dgm:cxn modelId="{5C39B783-9DC5-4CD6-A141-EE753FAF2DCE}" type="presParOf" srcId="{82C9315F-A093-4327-B098-6686D0214164}" destId="{4FAB2DA0-974D-4B57-80D4-A15C8536A497}" srcOrd="5" destOrd="0" presId="urn:microsoft.com/office/officeart/2018/2/layout/IconLabelList"/>
    <dgm:cxn modelId="{747FC884-872E-40F1-811C-67B763CDBF88}" type="presParOf" srcId="{82C9315F-A093-4327-B098-6686D0214164}" destId="{7566C3C5-7EEF-4A60-B0FE-6D1721188FCC}" srcOrd="6" destOrd="0" presId="urn:microsoft.com/office/officeart/2018/2/layout/IconLabelList"/>
    <dgm:cxn modelId="{D5D002EE-68EC-4BC3-BD77-65804B834A1F}" type="presParOf" srcId="{7566C3C5-7EEF-4A60-B0FE-6D1721188FCC}" destId="{4A2F0F46-7747-4B30-AD3A-FDD3F6A5302C}" srcOrd="0" destOrd="0" presId="urn:microsoft.com/office/officeart/2018/2/layout/IconLabelList"/>
    <dgm:cxn modelId="{2D16A813-C4F1-404F-9C6F-5690E7577AC5}" type="presParOf" srcId="{7566C3C5-7EEF-4A60-B0FE-6D1721188FCC}" destId="{00D68ABC-768E-49FC-8D9E-5243203E21E8}" srcOrd="1" destOrd="0" presId="urn:microsoft.com/office/officeart/2018/2/layout/IconLabelList"/>
    <dgm:cxn modelId="{7D4A4AA0-4AAE-4389-B9D2-9EC6B4C6DCBF}" type="presParOf" srcId="{7566C3C5-7EEF-4A60-B0FE-6D1721188FCC}" destId="{D2553C68-E6A2-4637-A2B5-C354A22EA7F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D3EFF5-C9F3-4742-9066-253C27C3D25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8D3053-2EE2-4929-8C5F-BADEAA28B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Priority</a:t>
          </a:r>
          <a:r>
            <a:rPr lang="en-US"/>
            <a:t>: Danger overrides Warning (one clear message)</a:t>
          </a:r>
        </a:p>
      </dgm:t>
    </dgm:pt>
    <dgm:pt modelId="{FB993270-C0F7-439A-AB4E-E473BF40F45E}" type="parTrans" cxnId="{22FB77ED-90A8-4C61-AD5A-C20488A852BE}">
      <dgm:prSet/>
      <dgm:spPr/>
      <dgm:t>
        <a:bodyPr/>
        <a:lstStyle/>
        <a:p>
          <a:endParaRPr lang="en-US"/>
        </a:p>
      </dgm:t>
    </dgm:pt>
    <dgm:pt modelId="{CE626F20-0ADE-4972-BEF9-218C7C34FEA0}" type="sibTrans" cxnId="{22FB77ED-90A8-4C61-AD5A-C20488A852BE}">
      <dgm:prSet/>
      <dgm:spPr/>
      <dgm:t>
        <a:bodyPr/>
        <a:lstStyle/>
        <a:p>
          <a:endParaRPr lang="en-US"/>
        </a:p>
      </dgm:t>
    </dgm:pt>
    <dgm:pt modelId="{F5D3E418-3ABD-435B-8A32-42790D45B2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Multi-room summary</a:t>
          </a:r>
          <a:r>
            <a:rPr lang="en-US" dirty="0"/>
            <a:t>: “Danger in rooms 01 and 02” (not repetitive)</a:t>
          </a:r>
        </a:p>
      </dgm:t>
    </dgm:pt>
    <dgm:pt modelId="{5F9CE5FB-4E75-428A-8FC9-2F2F17D4A524}" type="parTrans" cxnId="{91A60236-2CFE-4FF1-98E9-3658D04C7CB0}">
      <dgm:prSet/>
      <dgm:spPr/>
      <dgm:t>
        <a:bodyPr/>
        <a:lstStyle/>
        <a:p>
          <a:endParaRPr lang="en-US"/>
        </a:p>
      </dgm:t>
    </dgm:pt>
    <dgm:pt modelId="{65DC729E-1082-4D93-A0FA-82C403DA1C58}" type="sibTrans" cxnId="{91A60236-2CFE-4FF1-98E9-3658D04C7CB0}">
      <dgm:prSet/>
      <dgm:spPr/>
      <dgm:t>
        <a:bodyPr/>
        <a:lstStyle/>
        <a:p>
          <a:endParaRPr lang="en-US"/>
        </a:p>
      </dgm:t>
    </dgm:pt>
    <dgm:pt modelId="{E232E499-8C93-4AE5-9215-4F2BD78735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Cooldown timer</a:t>
          </a:r>
          <a:r>
            <a:rPr lang="en-US"/>
            <a:t>: prevents alarm spam and overlapping announcements</a:t>
          </a:r>
        </a:p>
      </dgm:t>
    </dgm:pt>
    <dgm:pt modelId="{B58F6C41-04B9-47ED-99D5-19689DC10F7B}" type="parTrans" cxnId="{F224981A-57D2-46C9-BAA5-70E855C6FBE3}">
      <dgm:prSet/>
      <dgm:spPr/>
      <dgm:t>
        <a:bodyPr/>
        <a:lstStyle/>
        <a:p>
          <a:endParaRPr lang="en-US"/>
        </a:p>
      </dgm:t>
    </dgm:pt>
    <dgm:pt modelId="{DF4B9F4E-F676-492D-8B4C-E4E4508B25EA}" type="sibTrans" cxnId="{F224981A-57D2-46C9-BAA5-70E855C6FBE3}">
      <dgm:prSet/>
      <dgm:spPr/>
      <dgm:t>
        <a:bodyPr/>
        <a:lstStyle/>
        <a:p>
          <a:endParaRPr lang="en-US"/>
        </a:p>
      </dgm:t>
    </dgm:pt>
    <dgm:pt modelId="{CF44C826-BAE3-4F21-AE9A-257ADA8EE0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Audio triggers only on </a:t>
          </a:r>
          <a:r>
            <a:rPr lang="en-US" b="1"/>
            <a:t>state change</a:t>
          </a:r>
          <a:r>
            <a:rPr lang="en-US"/>
            <a:t> (escalation), not when cooling down</a:t>
          </a:r>
        </a:p>
      </dgm:t>
    </dgm:pt>
    <dgm:pt modelId="{01EBB6C9-D138-411C-BA98-381CAA80402E}" type="parTrans" cxnId="{882AAF06-B95E-441F-8ECD-3E6E12CE44B5}">
      <dgm:prSet/>
      <dgm:spPr/>
      <dgm:t>
        <a:bodyPr/>
        <a:lstStyle/>
        <a:p>
          <a:endParaRPr lang="en-US"/>
        </a:p>
      </dgm:t>
    </dgm:pt>
    <dgm:pt modelId="{DAF3DBE7-8777-41B5-853D-FC53F5802F93}" type="sibTrans" cxnId="{882AAF06-B95E-441F-8ECD-3E6E12CE44B5}">
      <dgm:prSet/>
      <dgm:spPr/>
      <dgm:t>
        <a:bodyPr/>
        <a:lstStyle/>
        <a:p>
          <a:endParaRPr lang="en-US"/>
        </a:p>
      </dgm:t>
    </dgm:pt>
    <dgm:pt modelId="{0C04F2CF-C5D5-42F3-8302-4A1090AB17C2}" type="pres">
      <dgm:prSet presAssocID="{3FD3EFF5-C9F3-4742-9066-253C27C3D257}" presName="root" presStyleCnt="0">
        <dgm:presLayoutVars>
          <dgm:dir/>
          <dgm:resizeHandles val="exact"/>
        </dgm:presLayoutVars>
      </dgm:prSet>
      <dgm:spPr/>
    </dgm:pt>
    <dgm:pt modelId="{47C3042C-CF45-4B5E-9EFC-C2869D2A3020}" type="pres">
      <dgm:prSet presAssocID="{6B8D3053-2EE2-4929-8C5F-BADEAA28B24D}" presName="compNode" presStyleCnt="0"/>
      <dgm:spPr/>
    </dgm:pt>
    <dgm:pt modelId="{A6EA35F6-F1C6-45BF-9C34-B976438AB0FE}" type="pres">
      <dgm:prSet presAssocID="{6B8D3053-2EE2-4929-8C5F-BADEAA28B2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8D9E166A-800C-4501-B602-A60FC1D0F515}" type="pres">
      <dgm:prSet presAssocID="{6B8D3053-2EE2-4929-8C5F-BADEAA28B24D}" presName="spaceRect" presStyleCnt="0"/>
      <dgm:spPr/>
    </dgm:pt>
    <dgm:pt modelId="{3D9B0F23-641F-491C-B9D2-2D974E77C371}" type="pres">
      <dgm:prSet presAssocID="{6B8D3053-2EE2-4929-8C5F-BADEAA28B24D}" presName="textRect" presStyleLbl="revTx" presStyleIdx="0" presStyleCnt="4">
        <dgm:presLayoutVars>
          <dgm:chMax val="1"/>
          <dgm:chPref val="1"/>
        </dgm:presLayoutVars>
      </dgm:prSet>
      <dgm:spPr/>
    </dgm:pt>
    <dgm:pt modelId="{C96FC535-5583-4405-BA4C-BD7423AF0930}" type="pres">
      <dgm:prSet presAssocID="{CE626F20-0ADE-4972-BEF9-218C7C34FEA0}" presName="sibTrans" presStyleCnt="0"/>
      <dgm:spPr/>
    </dgm:pt>
    <dgm:pt modelId="{FAC3178C-5B9E-4919-9471-D6E1150644CA}" type="pres">
      <dgm:prSet presAssocID="{F5D3E418-3ABD-435B-8A32-42790D45B2B9}" presName="compNode" presStyleCnt="0"/>
      <dgm:spPr/>
    </dgm:pt>
    <dgm:pt modelId="{E91CF8FB-B493-4744-B1B7-7A3C66680E76}" type="pres">
      <dgm:prSet presAssocID="{F5D3E418-3ABD-435B-8A32-42790D45B2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694503D7-8117-48EF-B06E-0E3D6865AB9D}" type="pres">
      <dgm:prSet presAssocID="{F5D3E418-3ABD-435B-8A32-42790D45B2B9}" presName="spaceRect" presStyleCnt="0"/>
      <dgm:spPr/>
    </dgm:pt>
    <dgm:pt modelId="{0A00B7F3-5F6D-4807-89DC-218462DE99A1}" type="pres">
      <dgm:prSet presAssocID="{F5D3E418-3ABD-435B-8A32-42790D45B2B9}" presName="textRect" presStyleLbl="revTx" presStyleIdx="1" presStyleCnt="4">
        <dgm:presLayoutVars>
          <dgm:chMax val="1"/>
          <dgm:chPref val="1"/>
        </dgm:presLayoutVars>
      </dgm:prSet>
      <dgm:spPr/>
    </dgm:pt>
    <dgm:pt modelId="{792F258E-8D1F-4141-8A3B-3B1229909CA9}" type="pres">
      <dgm:prSet presAssocID="{65DC729E-1082-4D93-A0FA-82C403DA1C58}" presName="sibTrans" presStyleCnt="0"/>
      <dgm:spPr/>
    </dgm:pt>
    <dgm:pt modelId="{3FE774AE-D4CA-436E-BBBB-F4B255E20DBA}" type="pres">
      <dgm:prSet presAssocID="{E232E499-8C93-4AE5-9215-4F2BD7873578}" presName="compNode" presStyleCnt="0"/>
      <dgm:spPr/>
    </dgm:pt>
    <dgm:pt modelId="{FDC9AA74-A7A7-418E-8AD6-5D740D4EBF5F}" type="pres">
      <dgm:prSet presAssocID="{E232E499-8C93-4AE5-9215-4F2BD78735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727B4656-279B-4D75-81C9-6595DB9C4AE6}" type="pres">
      <dgm:prSet presAssocID="{E232E499-8C93-4AE5-9215-4F2BD7873578}" presName="spaceRect" presStyleCnt="0"/>
      <dgm:spPr/>
    </dgm:pt>
    <dgm:pt modelId="{2150518C-283E-47D4-9261-A6739526DC1E}" type="pres">
      <dgm:prSet presAssocID="{E232E499-8C93-4AE5-9215-4F2BD7873578}" presName="textRect" presStyleLbl="revTx" presStyleIdx="2" presStyleCnt="4">
        <dgm:presLayoutVars>
          <dgm:chMax val="1"/>
          <dgm:chPref val="1"/>
        </dgm:presLayoutVars>
      </dgm:prSet>
      <dgm:spPr/>
    </dgm:pt>
    <dgm:pt modelId="{D09DA30F-3A12-42A2-AB7E-30BE34649E49}" type="pres">
      <dgm:prSet presAssocID="{DF4B9F4E-F676-492D-8B4C-E4E4508B25EA}" presName="sibTrans" presStyleCnt="0"/>
      <dgm:spPr/>
    </dgm:pt>
    <dgm:pt modelId="{6636D7C7-692C-4DA1-B4B1-57D6793AB6B2}" type="pres">
      <dgm:prSet presAssocID="{CF44C826-BAE3-4F21-AE9A-257ADA8EE09B}" presName="compNode" presStyleCnt="0"/>
      <dgm:spPr/>
    </dgm:pt>
    <dgm:pt modelId="{F737014B-276B-43D0-A53D-80650D15C37C}" type="pres">
      <dgm:prSet presAssocID="{CF44C826-BAE3-4F21-AE9A-257ADA8EE0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E6896F7-342D-4B25-9D15-DAE0C4B7DA82}" type="pres">
      <dgm:prSet presAssocID="{CF44C826-BAE3-4F21-AE9A-257ADA8EE09B}" presName="spaceRect" presStyleCnt="0"/>
      <dgm:spPr/>
    </dgm:pt>
    <dgm:pt modelId="{B2764E88-5F25-4C84-9067-8B2F7DEA5FF8}" type="pres">
      <dgm:prSet presAssocID="{CF44C826-BAE3-4F21-AE9A-257ADA8EE0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2AAF06-B95E-441F-8ECD-3E6E12CE44B5}" srcId="{3FD3EFF5-C9F3-4742-9066-253C27C3D257}" destId="{CF44C826-BAE3-4F21-AE9A-257ADA8EE09B}" srcOrd="3" destOrd="0" parTransId="{01EBB6C9-D138-411C-BA98-381CAA80402E}" sibTransId="{DAF3DBE7-8777-41B5-853D-FC53F5802F93}"/>
    <dgm:cxn modelId="{F224981A-57D2-46C9-BAA5-70E855C6FBE3}" srcId="{3FD3EFF5-C9F3-4742-9066-253C27C3D257}" destId="{E232E499-8C93-4AE5-9215-4F2BD7873578}" srcOrd="2" destOrd="0" parTransId="{B58F6C41-04B9-47ED-99D5-19689DC10F7B}" sibTransId="{DF4B9F4E-F676-492D-8B4C-E4E4508B25EA}"/>
    <dgm:cxn modelId="{91A60236-2CFE-4FF1-98E9-3658D04C7CB0}" srcId="{3FD3EFF5-C9F3-4742-9066-253C27C3D257}" destId="{F5D3E418-3ABD-435B-8A32-42790D45B2B9}" srcOrd="1" destOrd="0" parTransId="{5F9CE5FB-4E75-428A-8FC9-2F2F17D4A524}" sibTransId="{65DC729E-1082-4D93-A0FA-82C403DA1C58}"/>
    <dgm:cxn modelId="{5F5BE875-34E0-442E-986C-FE4AEC094490}" type="presOf" srcId="{F5D3E418-3ABD-435B-8A32-42790D45B2B9}" destId="{0A00B7F3-5F6D-4807-89DC-218462DE99A1}" srcOrd="0" destOrd="0" presId="urn:microsoft.com/office/officeart/2018/2/layout/IconLabelList"/>
    <dgm:cxn modelId="{7854358C-0A43-414D-8C95-5D8A357BAE5D}" type="presOf" srcId="{6B8D3053-2EE2-4929-8C5F-BADEAA28B24D}" destId="{3D9B0F23-641F-491C-B9D2-2D974E77C371}" srcOrd="0" destOrd="0" presId="urn:microsoft.com/office/officeart/2018/2/layout/IconLabelList"/>
    <dgm:cxn modelId="{643EE18D-DE61-42E9-A372-844ED2D5F585}" type="presOf" srcId="{CF44C826-BAE3-4F21-AE9A-257ADA8EE09B}" destId="{B2764E88-5F25-4C84-9067-8B2F7DEA5FF8}" srcOrd="0" destOrd="0" presId="urn:microsoft.com/office/officeart/2018/2/layout/IconLabelList"/>
    <dgm:cxn modelId="{51B028A1-1D10-48CE-ABD3-2773878B138B}" type="presOf" srcId="{E232E499-8C93-4AE5-9215-4F2BD7873578}" destId="{2150518C-283E-47D4-9261-A6739526DC1E}" srcOrd="0" destOrd="0" presId="urn:microsoft.com/office/officeart/2018/2/layout/IconLabelList"/>
    <dgm:cxn modelId="{9590D5DD-15A6-48F0-BEA0-2944B2682884}" type="presOf" srcId="{3FD3EFF5-C9F3-4742-9066-253C27C3D257}" destId="{0C04F2CF-C5D5-42F3-8302-4A1090AB17C2}" srcOrd="0" destOrd="0" presId="urn:microsoft.com/office/officeart/2018/2/layout/IconLabelList"/>
    <dgm:cxn modelId="{22FB77ED-90A8-4C61-AD5A-C20488A852BE}" srcId="{3FD3EFF5-C9F3-4742-9066-253C27C3D257}" destId="{6B8D3053-2EE2-4929-8C5F-BADEAA28B24D}" srcOrd="0" destOrd="0" parTransId="{FB993270-C0F7-439A-AB4E-E473BF40F45E}" sibTransId="{CE626F20-0ADE-4972-BEF9-218C7C34FEA0}"/>
    <dgm:cxn modelId="{005563ED-5806-48C9-99DB-0C0588E4D607}" type="presParOf" srcId="{0C04F2CF-C5D5-42F3-8302-4A1090AB17C2}" destId="{47C3042C-CF45-4B5E-9EFC-C2869D2A3020}" srcOrd="0" destOrd="0" presId="urn:microsoft.com/office/officeart/2018/2/layout/IconLabelList"/>
    <dgm:cxn modelId="{F8F5F70A-BD32-4DB6-940C-BFAA30013AC8}" type="presParOf" srcId="{47C3042C-CF45-4B5E-9EFC-C2869D2A3020}" destId="{A6EA35F6-F1C6-45BF-9C34-B976438AB0FE}" srcOrd="0" destOrd="0" presId="urn:microsoft.com/office/officeart/2018/2/layout/IconLabelList"/>
    <dgm:cxn modelId="{FEFA728D-53E6-44B9-9F34-EA068056F7C5}" type="presParOf" srcId="{47C3042C-CF45-4B5E-9EFC-C2869D2A3020}" destId="{8D9E166A-800C-4501-B602-A60FC1D0F515}" srcOrd="1" destOrd="0" presId="urn:microsoft.com/office/officeart/2018/2/layout/IconLabelList"/>
    <dgm:cxn modelId="{6033F1DF-DA4D-4EB9-89E1-CB93BBC8B2DD}" type="presParOf" srcId="{47C3042C-CF45-4B5E-9EFC-C2869D2A3020}" destId="{3D9B0F23-641F-491C-B9D2-2D974E77C371}" srcOrd="2" destOrd="0" presId="urn:microsoft.com/office/officeart/2018/2/layout/IconLabelList"/>
    <dgm:cxn modelId="{A6682F37-E02D-4D28-AB60-117C9B38FC4F}" type="presParOf" srcId="{0C04F2CF-C5D5-42F3-8302-4A1090AB17C2}" destId="{C96FC535-5583-4405-BA4C-BD7423AF0930}" srcOrd="1" destOrd="0" presId="urn:microsoft.com/office/officeart/2018/2/layout/IconLabelList"/>
    <dgm:cxn modelId="{1C90768B-24E4-415C-A6B4-7DE1B292B560}" type="presParOf" srcId="{0C04F2CF-C5D5-42F3-8302-4A1090AB17C2}" destId="{FAC3178C-5B9E-4919-9471-D6E1150644CA}" srcOrd="2" destOrd="0" presId="urn:microsoft.com/office/officeart/2018/2/layout/IconLabelList"/>
    <dgm:cxn modelId="{8504F073-9D78-4679-9225-F50624E503A1}" type="presParOf" srcId="{FAC3178C-5B9E-4919-9471-D6E1150644CA}" destId="{E91CF8FB-B493-4744-B1B7-7A3C66680E76}" srcOrd="0" destOrd="0" presId="urn:microsoft.com/office/officeart/2018/2/layout/IconLabelList"/>
    <dgm:cxn modelId="{BE024197-D246-40D3-B033-F2109675C28F}" type="presParOf" srcId="{FAC3178C-5B9E-4919-9471-D6E1150644CA}" destId="{694503D7-8117-48EF-B06E-0E3D6865AB9D}" srcOrd="1" destOrd="0" presId="urn:microsoft.com/office/officeart/2018/2/layout/IconLabelList"/>
    <dgm:cxn modelId="{0A6C1F04-1C5B-4CA3-8B01-5E2009FCE8AF}" type="presParOf" srcId="{FAC3178C-5B9E-4919-9471-D6E1150644CA}" destId="{0A00B7F3-5F6D-4807-89DC-218462DE99A1}" srcOrd="2" destOrd="0" presId="urn:microsoft.com/office/officeart/2018/2/layout/IconLabelList"/>
    <dgm:cxn modelId="{6D3127BF-86BE-4910-93BF-9373404DD900}" type="presParOf" srcId="{0C04F2CF-C5D5-42F3-8302-4A1090AB17C2}" destId="{792F258E-8D1F-4141-8A3B-3B1229909CA9}" srcOrd="3" destOrd="0" presId="urn:microsoft.com/office/officeart/2018/2/layout/IconLabelList"/>
    <dgm:cxn modelId="{0529D1AF-A0CF-4137-BA17-0EAAF38DC15C}" type="presParOf" srcId="{0C04F2CF-C5D5-42F3-8302-4A1090AB17C2}" destId="{3FE774AE-D4CA-436E-BBBB-F4B255E20DBA}" srcOrd="4" destOrd="0" presId="urn:microsoft.com/office/officeart/2018/2/layout/IconLabelList"/>
    <dgm:cxn modelId="{3730FAF4-C0A8-4580-B26D-0B414134CB46}" type="presParOf" srcId="{3FE774AE-D4CA-436E-BBBB-F4B255E20DBA}" destId="{FDC9AA74-A7A7-418E-8AD6-5D740D4EBF5F}" srcOrd="0" destOrd="0" presId="urn:microsoft.com/office/officeart/2018/2/layout/IconLabelList"/>
    <dgm:cxn modelId="{F5A1C3E7-D083-4728-A594-ABF1F276FB5B}" type="presParOf" srcId="{3FE774AE-D4CA-436E-BBBB-F4B255E20DBA}" destId="{727B4656-279B-4D75-81C9-6595DB9C4AE6}" srcOrd="1" destOrd="0" presId="urn:microsoft.com/office/officeart/2018/2/layout/IconLabelList"/>
    <dgm:cxn modelId="{6BE052F6-A3D0-47A2-9301-BBC1F6D51F9B}" type="presParOf" srcId="{3FE774AE-D4CA-436E-BBBB-F4B255E20DBA}" destId="{2150518C-283E-47D4-9261-A6739526DC1E}" srcOrd="2" destOrd="0" presId="urn:microsoft.com/office/officeart/2018/2/layout/IconLabelList"/>
    <dgm:cxn modelId="{27D9EB7C-26D6-4146-AE53-EACBED35909D}" type="presParOf" srcId="{0C04F2CF-C5D5-42F3-8302-4A1090AB17C2}" destId="{D09DA30F-3A12-42A2-AB7E-30BE34649E49}" srcOrd="5" destOrd="0" presId="urn:microsoft.com/office/officeart/2018/2/layout/IconLabelList"/>
    <dgm:cxn modelId="{4D2CD668-7B69-412E-AC4D-992F69E65FEF}" type="presParOf" srcId="{0C04F2CF-C5D5-42F3-8302-4A1090AB17C2}" destId="{6636D7C7-692C-4DA1-B4B1-57D6793AB6B2}" srcOrd="6" destOrd="0" presId="urn:microsoft.com/office/officeart/2018/2/layout/IconLabelList"/>
    <dgm:cxn modelId="{32860A6B-7CB6-469E-A5B3-C062FED560CE}" type="presParOf" srcId="{6636D7C7-692C-4DA1-B4B1-57D6793AB6B2}" destId="{F737014B-276B-43D0-A53D-80650D15C37C}" srcOrd="0" destOrd="0" presId="urn:microsoft.com/office/officeart/2018/2/layout/IconLabelList"/>
    <dgm:cxn modelId="{7E8F1187-21A1-4F61-822F-7BF2368A263E}" type="presParOf" srcId="{6636D7C7-692C-4DA1-B4B1-57D6793AB6B2}" destId="{6E6896F7-342D-4B25-9D15-DAE0C4B7DA82}" srcOrd="1" destOrd="0" presId="urn:microsoft.com/office/officeart/2018/2/layout/IconLabelList"/>
    <dgm:cxn modelId="{E9A17D82-6B39-496A-A5E7-CE03633DC229}" type="presParOf" srcId="{6636D7C7-692C-4DA1-B4B1-57D6793AB6B2}" destId="{B2764E88-5F25-4C84-9067-8B2F7DEA5F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C94D16-0E8C-45B4-81EF-83A4C024FD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6BA6C44-8332-4D33-8094-A67A450F70EC}">
      <dgm:prSet/>
      <dgm:spPr/>
      <dgm:t>
        <a:bodyPr/>
        <a:lstStyle/>
        <a:p>
          <a:r>
            <a:rPr lang="en-US"/>
            <a:t>Useful in nursing homes and hospitals</a:t>
          </a:r>
        </a:p>
      </dgm:t>
    </dgm:pt>
    <dgm:pt modelId="{3B7D384C-05DA-4F5E-A9F5-CF473C4C88F4}" type="parTrans" cxnId="{BE799C20-EF3B-4727-8D5C-0BFE560AE9BA}">
      <dgm:prSet/>
      <dgm:spPr/>
      <dgm:t>
        <a:bodyPr/>
        <a:lstStyle/>
        <a:p>
          <a:endParaRPr lang="en-US"/>
        </a:p>
      </dgm:t>
    </dgm:pt>
    <dgm:pt modelId="{C56F05E8-DD46-41AA-AF72-241613C75EA7}" type="sibTrans" cxnId="{BE799C20-EF3B-4727-8D5C-0BFE560AE9BA}">
      <dgm:prSet/>
      <dgm:spPr/>
      <dgm:t>
        <a:bodyPr/>
        <a:lstStyle/>
        <a:p>
          <a:endParaRPr lang="en-US"/>
        </a:p>
      </dgm:t>
    </dgm:pt>
    <dgm:pt modelId="{DCF63B4C-2276-4028-B8C5-218A5E56B944}">
      <dgm:prSet/>
      <dgm:spPr/>
      <dgm:t>
        <a:bodyPr/>
        <a:lstStyle/>
        <a:p>
          <a:r>
            <a:rPr lang="en-US"/>
            <a:t>Prevents heat-related risks</a:t>
          </a:r>
        </a:p>
      </dgm:t>
    </dgm:pt>
    <dgm:pt modelId="{EE7625FB-9B98-4B57-9376-AF4DFDC47A58}" type="parTrans" cxnId="{22BE2EEA-AF99-4BE8-B848-9A582F23782F}">
      <dgm:prSet/>
      <dgm:spPr/>
      <dgm:t>
        <a:bodyPr/>
        <a:lstStyle/>
        <a:p>
          <a:endParaRPr lang="en-US"/>
        </a:p>
      </dgm:t>
    </dgm:pt>
    <dgm:pt modelId="{B6795E4F-BC8D-437D-8AE4-40DCA5CD7DD0}" type="sibTrans" cxnId="{22BE2EEA-AF99-4BE8-B848-9A582F23782F}">
      <dgm:prSet/>
      <dgm:spPr/>
      <dgm:t>
        <a:bodyPr/>
        <a:lstStyle/>
        <a:p>
          <a:endParaRPr lang="en-US"/>
        </a:p>
      </dgm:t>
    </dgm:pt>
    <dgm:pt modelId="{2A84E35E-2775-4E28-ABD9-632DF5FE106B}">
      <dgm:prSet/>
      <dgm:spPr/>
      <dgm:t>
        <a:bodyPr/>
        <a:lstStyle/>
        <a:p>
          <a:r>
            <a:rPr lang="en-US"/>
            <a:t>Supports smart healthcare systems</a:t>
          </a:r>
        </a:p>
      </dgm:t>
    </dgm:pt>
    <dgm:pt modelId="{905C3AD7-2B0E-44E1-9121-79410A87C37A}" type="parTrans" cxnId="{6CA89F6F-4D20-4649-91A7-FC8CF29DAA64}">
      <dgm:prSet/>
      <dgm:spPr/>
      <dgm:t>
        <a:bodyPr/>
        <a:lstStyle/>
        <a:p>
          <a:endParaRPr lang="en-US"/>
        </a:p>
      </dgm:t>
    </dgm:pt>
    <dgm:pt modelId="{B2F6384D-2CD6-4D0C-A561-52DF696F6269}" type="sibTrans" cxnId="{6CA89F6F-4D20-4649-91A7-FC8CF29DAA64}">
      <dgm:prSet/>
      <dgm:spPr/>
      <dgm:t>
        <a:bodyPr/>
        <a:lstStyle/>
        <a:p>
          <a:endParaRPr lang="en-US"/>
        </a:p>
      </dgm:t>
    </dgm:pt>
    <dgm:pt modelId="{E9F9D4EB-CD68-45E7-B19F-EFF4D49D960A}" type="pres">
      <dgm:prSet presAssocID="{6FC94D16-0E8C-45B4-81EF-83A4C024FDFE}" presName="root" presStyleCnt="0">
        <dgm:presLayoutVars>
          <dgm:dir/>
          <dgm:resizeHandles val="exact"/>
        </dgm:presLayoutVars>
      </dgm:prSet>
      <dgm:spPr/>
    </dgm:pt>
    <dgm:pt modelId="{3605318C-4CAB-444E-8525-1D5D2F35879F}" type="pres">
      <dgm:prSet presAssocID="{D6BA6C44-8332-4D33-8094-A67A450F70EC}" presName="compNode" presStyleCnt="0"/>
      <dgm:spPr/>
    </dgm:pt>
    <dgm:pt modelId="{953C0A7F-A048-4036-9925-3C01833BA677}" type="pres">
      <dgm:prSet presAssocID="{D6BA6C44-8332-4D33-8094-A67A450F70EC}" presName="bgRect" presStyleLbl="bgShp" presStyleIdx="0" presStyleCnt="3"/>
      <dgm:spPr/>
    </dgm:pt>
    <dgm:pt modelId="{53B5B96D-FE0A-46B3-85FF-46FD498ABB8B}" type="pres">
      <dgm:prSet presAssocID="{D6BA6C44-8332-4D33-8094-A67A450F70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262E3EC9-D5DE-4055-B3B2-A69FA6C5757F}" type="pres">
      <dgm:prSet presAssocID="{D6BA6C44-8332-4D33-8094-A67A450F70EC}" presName="spaceRect" presStyleCnt="0"/>
      <dgm:spPr/>
    </dgm:pt>
    <dgm:pt modelId="{A375785F-FA60-4C4D-A9B6-B842E430C039}" type="pres">
      <dgm:prSet presAssocID="{D6BA6C44-8332-4D33-8094-A67A450F70EC}" presName="parTx" presStyleLbl="revTx" presStyleIdx="0" presStyleCnt="3">
        <dgm:presLayoutVars>
          <dgm:chMax val="0"/>
          <dgm:chPref val="0"/>
        </dgm:presLayoutVars>
      </dgm:prSet>
      <dgm:spPr/>
    </dgm:pt>
    <dgm:pt modelId="{099FBF8E-0883-4984-A1FA-FE1ABD8E19C6}" type="pres">
      <dgm:prSet presAssocID="{C56F05E8-DD46-41AA-AF72-241613C75EA7}" presName="sibTrans" presStyleCnt="0"/>
      <dgm:spPr/>
    </dgm:pt>
    <dgm:pt modelId="{13A1C7DB-4E7D-4883-BB34-9DC2612A0CE8}" type="pres">
      <dgm:prSet presAssocID="{DCF63B4C-2276-4028-B8C5-218A5E56B944}" presName="compNode" presStyleCnt="0"/>
      <dgm:spPr/>
    </dgm:pt>
    <dgm:pt modelId="{C084F30A-4AE1-4358-AE95-6D5251EF31F8}" type="pres">
      <dgm:prSet presAssocID="{DCF63B4C-2276-4028-B8C5-218A5E56B944}" presName="bgRect" presStyleLbl="bgShp" presStyleIdx="1" presStyleCnt="3"/>
      <dgm:spPr/>
    </dgm:pt>
    <dgm:pt modelId="{1C4550FE-6CEA-4C5F-A278-F7CD3D2411D1}" type="pres">
      <dgm:prSet presAssocID="{DCF63B4C-2276-4028-B8C5-218A5E56B9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8A258EFD-0E78-4074-BB4D-EBA39B38FF66}" type="pres">
      <dgm:prSet presAssocID="{DCF63B4C-2276-4028-B8C5-218A5E56B944}" presName="spaceRect" presStyleCnt="0"/>
      <dgm:spPr/>
    </dgm:pt>
    <dgm:pt modelId="{76A9E7F6-5A69-4DD1-95B3-B9B28937BC36}" type="pres">
      <dgm:prSet presAssocID="{DCF63B4C-2276-4028-B8C5-218A5E56B944}" presName="parTx" presStyleLbl="revTx" presStyleIdx="1" presStyleCnt="3">
        <dgm:presLayoutVars>
          <dgm:chMax val="0"/>
          <dgm:chPref val="0"/>
        </dgm:presLayoutVars>
      </dgm:prSet>
      <dgm:spPr/>
    </dgm:pt>
    <dgm:pt modelId="{5CFB85ED-6641-4430-84F5-BE14F2A3A314}" type="pres">
      <dgm:prSet presAssocID="{B6795E4F-BC8D-437D-8AE4-40DCA5CD7DD0}" presName="sibTrans" presStyleCnt="0"/>
      <dgm:spPr/>
    </dgm:pt>
    <dgm:pt modelId="{9C64D938-363B-406B-B4E5-B66E8876B9C4}" type="pres">
      <dgm:prSet presAssocID="{2A84E35E-2775-4E28-ABD9-632DF5FE106B}" presName="compNode" presStyleCnt="0"/>
      <dgm:spPr/>
    </dgm:pt>
    <dgm:pt modelId="{8C89AD36-6483-488D-9040-012F8CBF36A1}" type="pres">
      <dgm:prSet presAssocID="{2A84E35E-2775-4E28-ABD9-632DF5FE106B}" presName="bgRect" presStyleLbl="bgShp" presStyleIdx="2" presStyleCnt="3"/>
      <dgm:spPr/>
    </dgm:pt>
    <dgm:pt modelId="{FE9F68C4-850A-4D46-B201-075D124DF2E3}" type="pres">
      <dgm:prSet presAssocID="{2A84E35E-2775-4E28-ABD9-632DF5FE10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12A6D67D-D68D-4E0D-91A7-D9820147211D}" type="pres">
      <dgm:prSet presAssocID="{2A84E35E-2775-4E28-ABD9-632DF5FE106B}" presName="spaceRect" presStyleCnt="0"/>
      <dgm:spPr/>
    </dgm:pt>
    <dgm:pt modelId="{1B421B26-9BF3-4CD9-A122-C7DE757D153F}" type="pres">
      <dgm:prSet presAssocID="{2A84E35E-2775-4E28-ABD9-632DF5FE10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E799C20-EF3B-4727-8D5C-0BFE560AE9BA}" srcId="{6FC94D16-0E8C-45B4-81EF-83A4C024FDFE}" destId="{D6BA6C44-8332-4D33-8094-A67A450F70EC}" srcOrd="0" destOrd="0" parTransId="{3B7D384C-05DA-4F5E-A9F5-CF473C4C88F4}" sibTransId="{C56F05E8-DD46-41AA-AF72-241613C75EA7}"/>
    <dgm:cxn modelId="{70E66227-B3FD-4F90-BC63-38E8DF91E6E0}" type="presOf" srcId="{DCF63B4C-2276-4028-B8C5-218A5E56B944}" destId="{76A9E7F6-5A69-4DD1-95B3-B9B28937BC36}" srcOrd="0" destOrd="0" presId="urn:microsoft.com/office/officeart/2018/2/layout/IconVerticalSolidList"/>
    <dgm:cxn modelId="{6CA89F6F-4D20-4649-91A7-FC8CF29DAA64}" srcId="{6FC94D16-0E8C-45B4-81EF-83A4C024FDFE}" destId="{2A84E35E-2775-4E28-ABD9-632DF5FE106B}" srcOrd="2" destOrd="0" parTransId="{905C3AD7-2B0E-44E1-9121-79410A87C37A}" sibTransId="{B2F6384D-2CD6-4D0C-A561-52DF696F6269}"/>
    <dgm:cxn modelId="{8A6F3CC0-347F-4AED-AB7D-AA03B65429B3}" type="presOf" srcId="{2A84E35E-2775-4E28-ABD9-632DF5FE106B}" destId="{1B421B26-9BF3-4CD9-A122-C7DE757D153F}" srcOrd="0" destOrd="0" presId="urn:microsoft.com/office/officeart/2018/2/layout/IconVerticalSolidList"/>
    <dgm:cxn modelId="{3DB611CD-6BA3-454D-9932-E251F311FFA7}" type="presOf" srcId="{D6BA6C44-8332-4D33-8094-A67A450F70EC}" destId="{A375785F-FA60-4C4D-A9B6-B842E430C039}" srcOrd="0" destOrd="0" presId="urn:microsoft.com/office/officeart/2018/2/layout/IconVerticalSolidList"/>
    <dgm:cxn modelId="{22BE2EEA-AF99-4BE8-B848-9A582F23782F}" srcId="{6FC94D16-0E8C-45B4-81EF-83A4C024FDFE}" destId="{DCF63B4C-2276-4028-B8C5-218A5E56B944}" srcOrd="1" destOrd="0" parTransId="{EE7625FB-9B98-4B57-9376-AF4DFDC47A58}" sibTransId="{B6795E4F-BC8D-437D-8AE4-40DCA5CD7DD0}"/>
    <dgm:cxn modelId="{3D187AEF-9434-434A-8817-3A229236465F}" type="presOf" srcId="{6FC94D16-0E8C-45B4-81EF-83A4C024FDFE}" destId="{E9F9D4EB-CD68-45E7-B19F-EFF4D49D960A}" srcOrd="0" destOrd="0" presId="urn:microsoft.com/office/officeart/2018/2/layout/IconVerticalSolidList"/>
    <dgm:cxn modelId="{C9DB7429-28B1-4C7D-A8DF-EAE6C9BDC8E7}" type="presParOf" srcId="{E9F9D4EB-CD68-45E7-B19F-EFF4D49D960A}" destId="{3605318C-4CAB-444E-8525-1D5D2F35879F}" srcOrd="0" destOrd="0" presId="urn:microsoft.com/office/officeart/2018/2/layout/IconVerticalSolidList"/>
    <dgm:cxn modelId="{4DE32964-C447-49AC-9729-7C9C1F74636F}" type="presParOf" srcId="{3605318C-4CAB-444E-8525-1D5D2F35879F}" destId="{953C0A7F-A048-4036-9925-3C01833BA677}" srcOrd="0" destOrd="0" presId="urn:microsoft.com/office/officeart/2018/2/layout/IconVerticalSolidList"/>
    <dgm:cxn modelId="{B9C4E0AF-9CC4-438F-A648-4F417EAAF939}" type="presParOf" srcId="{3605318C-4CAB-444E-8525-1D5D2F35879F}" destId="{53B5B96D-FE0A-46B3-85FF-46FD498ABB8B}" srcOrd="1" destOrd="0" presId="urn:microsoft.com/office/officeart/2018/2/layout/IconVerticalSolidList"/>
    <dgm:cxn modelId="{2337C2AD-1086-429F-94A6-59C783DD2D3F}" type="presParOf" srcId="{3605318C-4CAB-444E-8525-1D5D2F35879F}" destId="{262E3EC9-D5DE-4055-B3B2-A69FA6C5757F}" srcOrd="2" destOrd="0" presId="urn:microsoft.com/office/officeart/2018/2/layout/IconVerticalSolidList"/>
    <dgm:cxn modelId="{C340D685-07A8-46A7-A578-75A1974B4334}" type="presParOf" srcId="{3605318C-4CAB-444E-8525-1D5D2F35879F}" destId="{A375785F-FA60-4C4D-A9B6-B842E430C039}" srcOrd="3" destOrd="0" presId="urn:microsoft.com/office/officeart/2018/2/layout/IconVerticalSolidList"/>
    <dgm:cxn modelId="{E0C68E33-E52C-419D-83AD-3640C6DD8AC2}" type="presParOf" srcId="{E9F9D4EB-CD68-45E7-B19F-EFF4D49D960A}" destId="{099FBF8E-0883-4984-A1FA-FE1ABD8E19C6}" srcOrd="1" destOrd="0" presId="urn:microsoft.com/office/officeart/2018/2/layout/IconVerticalSolidList"/>
    <dgm:cxn modelId="{1A0E71A2-25EA-4CB5-B1E1-9DC484E73240}" type="presParOf" srcId="{E9F9D4EB-CD68-45E7-B19F-EFF4D49D960A}" destId="{13A1C7DB-4E7D-4883-BB34-9DC2612A0CE8}" srcOrd="2" destOrd="0" presId="urn:microsoft.com/office/officeart/2018/2/layout/IconVerticalSolidList"/>
    <dgm:cxn modelId="{9FCEDC0D-E0C1-4377-A494-96DD9353290E}" type="presParOf" srcId="{13A1C7DB-4E7D-4883-BB34-9DC2612A0CE8}" destId="{C084F30A-4AE1-4358-AE95-6D5251EF31F8}" srcOrd="0" destOrd="0" presId="urn:microsoft.com/office/officeart/2018/2/layout/IconVerticalSolidList"/>
    <dgm:cxn modelId="{1AE32551-D09C-4AA9-9D9D-A63C2B202220}" type="presParOf" srcId="{13A1C7DB-4E7D-4883-BB34-9DC2612A0CE8}" destId="{1C4550FE-6CEA-4C5F-A278-F7CD3D2411D1}" srcOrd="1" destOrd="0" presId="urn:microsoft.com/office/officeart/2018/2/layout/IconVerticalSolidList"/>
    <dgm:cxn modelId="{698E43E7-C136-4545-B9F5-46C08CF823B6}" type="presParOf" srcId="{13A1C7DB-4E7D-4883-BB34-9DC2612A0CE8}" destId="{8A258EFD-0E78-4074-BB4D-EBA39B38FF66}" srcOrd="2" destOrd="0" presId="urn:microsoft.com/office/officeart/2018/2/layout/IconVerticalSolidList"/>
    <dgm:cxn modelId="{F940B7B2-8013-4CA0-B48D-8422E8AA41DB}" type="presParOf" srcId="{13A1C7DB-4E7D-4883-BB34-9DC2612A0CE8}" destId="{76A9E7F6-5A69-4DD1-95B3-B9B28937BC36}" srcOrd="3" destOrd="0" presId="urn:microsoft.com/office/officeart/2018/2/layout/IconVerticalSolidList"/>
    <dgm:cxn modelId="{11EA529A-7C56-4CA5-AA5A-54A72ACBAEF3}" type="presParOf" srcId="{E9F9D4EB-CD68-45E7-B19F-EFF4D49D960A}" destId="{5CFB85ED-6641-4430-84F5-BE14F2A3A314}" srcOrd="3" destOrd="0" presId="urn:microsoft.com/office/officeart/2018/2/layout/IconVerticalSolidList"/>
    <dgm:cxn modelId="{EBB675A1-253B-4989-A496-2B76F0621DD3}" type="presParOf" srcId="{E9F9D4EB-CD68-45E7-B19F-EFF4D49D960A}" destId="{9C64D938-363B-406B-B4E5-B66E8876B9C4}" srcOrd="4" destOrd="0" presId="urn:microsoft.com/office/officeart/2018/2/layout/IconVerticalSolidList"/>
    <dgm:cxn modelId="{45244F23-91C5-42A3-855B-E6C0915C3856}" type="presParOf" srcId="{9C64D938-363B-406B-B4E5-B66E8876B9C4}" destId="{8C89AD36-6483-488D-9040-012F8CBF36A1}" srcOrd="0" destOrd="0" presId="urn:microsoft.com/office/officeart/2018/2/layout/IconVerticalSolidList"/>
    <dgm:cxn modelId="{AE39D598-7262-4EDE-9135-4703F5E66141}" type="presParOf" srcId="{9C64D938-363B-406B-B4E5-B66E8876B9C4}" destId="{FE9F68C4-850A-4D46-B201-075D124DF2E3}" srcOrd="1" destOrd="0" presId="urn:microsoft.com/office/officeart/2018/2/layout/IconVerticalSolidList"/>
    <dgm:cxn modelId="{B7CCBA3C-4FC6-4515-B472-C8D252126955}" type="presParOf" srcId="{9C64D938-363B-406B-B4E5-B66E8876B9C4}" destId="{12A6D67D-D68D-4E0D-91A7-D9820147211D}" srcOrd="2" destOrd="0" presId="urn:microsoft.com/office/officeart/2018/2/layout/IconVerticalSolidList"/>
    <dgm:cxn modelId="{A1AEABC2-06F5-4465-88FC-4FB452BC4340}" type="presParOf" srcId="{9C64D938-363B-406B-B4E5-B66E8876B9C4}" destId="{1B421B26-9BF3-4CD9-A122-C7DE757D15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C94D16-0E8C-45B4-81EF-83A4C024FD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9F9D4EB-CD68-45E7-B19F-EFF4D49D960A}" type="pres">
      <dgm:prSet presAssocID="{6FC94D16-0E8C-45B4-81EF-83A4C024FDFE}" presName="root" presStyleCnt="0">
        <dgm:presLayoutVars>
          <dgm:dir/>
          <dgm:resizeHandles val="exact"/>
        </dgm:presLayoutVars>
      </dgm:prSet>
      <dgm:spPr/>
    </dgm:pt>
  </dgm:ptLst>
  <dgm:cxnLst>
    <dgm:cxn modelId="{3D187AEF-9434-434A-8817-3A229236465F}" type="presOf" srcId="{6FC94D16-0E8C-45B4-81EF-83A4C024FDFE}" destId="{E9F9D4EB-CD68-45E7-B19F-EFF4D49D960A}" srcOrd="0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F0A67-95E7-47D9-85CE-0EBC69152F36}">
      <dsp:nvSpPr>
        <dsp:cNvPr id="0" name=""/>
        <dsp:cNvSpPr/>
      </dsp:nvSpPr>
      <dsp:spPr>
        <a:xfrm>
          <a:off x="0" y="350953"/>
          <a:ext cx="2737709" cy="9845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Elderly vulnerable to extreme indoor heat</a:t>
          </a:r>
        </a:p>
      </dsp:txBody>
      <dsp:txXfrm>
        <a:off x="48062" y="399015"/>
        <a:ext cx="2641585" cy="888431"/>
      </dsp:txXfrm>
    </dsp:sp>
    <dsp:sp modelId="{96881384-4EC0-4F9B-AC00-38712176FE71}">
      <dsp:nvSpPr>
        <dsp:cNvPr id="0" name=""/>
        <dsp:cNvSpPr/>
      </dsp:nvSpPr>
      <dsp:spPr>
        <a:xfrm>
          <a:off x="0" y="1387349"/>
          <a:ext cx="2737709" cy="9845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Manual monitoring is unreliable</a:t>
          </a:r>
        </a:p>
      </dsp:txBody>
      <dsp:txXfrm>
        <a:off x="48062" y="1435411"/>
        <a:ext cx="2641585" cy="888431"/>
      </dsp:txXfrm>
    </dsp:sp>
    <dsp:sp modelId="{31AE9845-5517-4BEB-AA29-5A455AF31119}">
      <dsp:nvSpPr>
        <dsp:cNvPr id="0" name=""/>
        <dsp:cNvSpPr/>
      </dsp:nvSpPr>
      <dsp:spPr>
        <a:xfrm>
          <a:off x="0" y="2423743"/>
          <a:ext cx="2737709" cy="9845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IoT provides continuous monitoring and automatic alerts</a:t>
          </a:r>
        </a:p>
      </dsp:txBody>
      <dsp:txXfrm>
        <a:off x="48062" y="2471805"/>
        <a:ext cx="2641585" cy="8884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96D74-92C7-49FA-891F-2BD4965B8782}">
      <dsp:nvSpPr>
        <dsp:cNvPr id="0" name=""/>
        <dsp:cNvSpPr/>
      </dsp:nvSpPr>
      <dsp:spPr>
        <a:xfrm>
          <a:off x="0" y="1227094"/>
          <a:ext cx="2484294" cy="15775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F5D9F0-C774-47F8-9E99-E869DB2EC867}">
      <dsp:nvSpPr>
        <dsp:cNvPr id="0" name=""/>
        <dsp:cNvSpPr/>
      </dsp:nvSpPr>
      <dsp:spPr>
        <a:xfrm>
          <a:off x="276032" y="1489325"/>
          <a:ext cx="2484294" cy="1577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entury Gothic" panose="020B0502020202020204"/>
              <a:ea typeface="+mn-ea"/>
              <a:cs typeface="+mn-cs"/>
            </a:rPr>
            <a:t>Perception layer </a:t>
          </a:r>
          <a:r>
            <a:rPr lang="en-US" sz="2000" kern="1200">
              <a:latin typeface="Century Gothic" panose="020B0502020202020204"/>
              <a:ea typeface="+mn-ea"/>
              <a:cs typeface="+mn-cs"/>
            </a:rPr>
            <a:t>DHT22</a:t>
          </a:r>
          <a:r>
            <a:rPr lang="en-US" sz="2000" kern="1200">
              <a:ea typeface="+mn-ea"/>
              <a:cs typeface="+mn-cs"/>
            </a:rPr>
            <a:t> </a:t>
          </a:r>
          <a:r>
            <a:rPr lang="en-US" sz="2000" kern="1200">
              <a:latin typeface="Century Gothic" panose="020B0502020202020204"/>
              <a:ea typeface="+mn-ea"/>
              <a:cs typeface="+mn-cs"/>
            </a:rPr>
            <a:t>+ </a:t>
          </a:r>
          <a:r>
            <a:rPr lang="en-US" sz="2000" kern="1200">
              <a:ea typeface="+mn-ea"/>
              <a:cs typeface="+mn-cs"/>
            </a:rPr>
            <a:t>OLED + LED + </a:t>
          </a:r>
          <a:r>
            <a:rPr lang="en-US" sz="2000" kern="1200">
              <a:latin typeface="Century Gothic" panose="020B0502020202020204"/>
              <a:ea typeface="+mn-ea"/>
              <a:cs typeface="+mn-cs"/>
            </a:rPr>
            <a:t>RELAY</a:t>
          </a:r>
          <a:endParaRPr lang="en-US" sz="2000" kern="1200">
            <a:ea typeface="+mn-ea"/>
            <a:cs typeface="+mn-cs"/>
          </a:endParaRPr>
        </a:p>
      </dsp:txBody>
      <dsp:txXfrm>
        <a:off x="322236" y="1535529"/>
        <a:ext cx="2391886" cy="1485118"/>
      </dsp:txXfrm>
    </dsp:sp>
    <dsp:sp modelId="{81B0EF0E-A376-45ED-9BC5-F1A43AA458AD}">
      <dsp:nvSpPr>
        <dsp:cNvPr id="0" name=""/>
        <dsp:cNvSpPr/>
      </dsp:nvSpPr>
      <dsp:spPr>
        <a:xfrm>
          <a:off x="3036359" y="1227094"/>
          <a:ext cx="2484294" cy="15775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EFF6AB-F437-47AF-A912-4E0DC2BEAAAF}">
      <dsp:nvSpPr>
        <dsp:cNvPr id="0" name=""/>
        <dsp:cNvSpPr/>
      </dsp:nvSpPr>
      <dsp:spPr>
        <a:xfrm>
          <a:off x="3312392" y="1489325"/>
          <a:ext cx="2484294" cy="1577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entury Gothic" panose="020B0502020202020204"/>
              <a:ea typeface="+mn-ea"/>
              <a:cs typeface="+mn-cs"/>
            </a:rPr>
            <a:t>Network layer</a:t>
          </a:r>
          <a:r>
            <a:rPr lang="en-US" sz="2000" kern="1200">
              <a:latin typeface="Century Gothic" panose="020B0502020202020204"/>
              <a:ea typeface="+mn-ea"/>
              <a:cs typeface="+mn-cs"/>
            </a:rPr>
            <a:t> ESP32</a:t>
          </a:r>
          <a:r>
            <a:rPr lang="en-US" sz="2000" kern="1200">
              <a:ea typeface="+mn-ea"/>
              <a:cs typeface="+mn-cs"/>
            </a:rPr>
            <a:t> processes temperature data</a:t>
          </a:r>
          <a:r>
            <a:rPr lang="en-US" sz="2000" kern="1200">
              <a:latin typeface="Century Gothic" panose="020B0502020202020204"/>
              <a:ea typeface="+mn-ea"/>
              <a:cs typeface="+mn-cs"/>
            </a:rPr>
            <a:t> + edge via WiFi</a:t>
          </a:r>
          <a:endParaRPr lang="en-US" sz="2000" kern="1200">
            <a:ea typeface="+mn-ea"/>
            <a:cs typeface="+mn-cs"/>
          </a:endParaRPr>
        </a:p>
      </dsp:txBody>
      <dsp:txXfrm>
        <a:off x="3358596" y="1535529"/>
        <a:ext cx="2391886" cy="1485118"/>
      </dsp:txXfrm>
    </dsp:sp>
    <dsp:sp modelId="{32D55224-75A6-4F12-88E3-D6470CFF2DA5}">
      <dsp:nvSpPr>
        <dsp:cNvPr id="0" name=""/>
        <dsp:cNvSpPr/>
      </dsp:nvSpPr>
      <dsp:spPr>
        <a:xfrm>
          <a:off x="6072719" y="1227094"/>
          <a:ext cx="2484294" cy="15775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EDB458-1DC4-4D2F-BA0E-089F8CEE3C73}">
      <dsp:nvSpPr>
        <dsp:cNvPr id="0" name=""/>
        <dsp:cNvSpPr/>
      </dsp:nvSpPr>
      <dsp:spPr>
        <a:xfrm>
          <a:off x="6348751" y="1489325"/>
          <a:ext cx="2484294" cy="1577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entury Gothic" panose="020B0502020202020204"/>
              <a:ea typeface="+mn-ea"/>
              <a:cs typeface="+mn-cs"/>
            </a:rPr>
            <a:t>Application layer</a:t>
          </a:r>
          <a:r>
            <a:rPr lang="en-US" sz="2000" kern="1200">
              <a:latin typeface="Century Gothic" panose="020B0502020202020204"/>
              <a:ea typeface="+mn-ea"/>
              <a:cs typeface="+mn-cs"/>
            </a:rPr>
            <a:t> sent via MQTT for ThingsBoard cloud monitoring</a:t>
          </a:r>
          <a:endParaRPr lang="en-US" sz="2000" kern="1200">
            <a:ea typeface="+mn-ea"/>
            <a:cs typeface="+mn-cs"/>
          </a:endParaRPr>
        </a:p>
      </dsp:txBody>
      <dsp:txXfrm>
        <a:off x="6394955" y="1535529"/>
        <a:ext cx="2391886" cy="1485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3F4EA-2730-4D05-9BB1-90C4D616D49E}">
      <dsp:nvSpPr>
        <dsp:cNvPr id="0" name=""/>
        <dsp:cNvSpPr/>
      </dsp:nvSpPr>
      <dsp:spPr>
        <a:xfrm>
          <a:off x="677567" y="262847"/>
          <a:ext cx="1043729" cy="10437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08DB9-B931-4061-ADAC-E784F0AF3423}">
      <dsp:nvSpPr>
        <dsp:cNvPr id="0" name=""/>
        <dsp:cNvSpPr/>
      </dsp:nvSpPr>
      <dsp:spPr>
        <a:xfrm>
          <a:off x="39732" y="1622464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ESP32 reads sensor data</a:t>
          </a:r>
        </a:p>
      </dsp:txBody>
      <dsp:txXfrm>
        <a:off x="39732" y="1622464"/>
        <a:ext cx="2319399" cy="720000"/>
      </dsp:txXfrm>
    </dsp:sp>
    <dsp:sp modelId="{B2DAA24F-D2F3-43F4-B8A9-BCF5A0722FD4}">
      <dsp:nvSpPr>
        <dsp:cNvPr id="0" name=""/>
        <dsp:cNvSpPr/>
      </dsp:nvSpPr>
      <dsp:spPr>
        <a:xfrm>
          <a:off x="3402861" y="262847"/>
          <a:ext cx="1043729" cy="10437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7B072-188C-4979-8B4B-C3012DE71FE2}">
      <dsp:nvSpPr>
        <dsp:cNvPr id="0" name=""/>
        <dsp:cNvSpPr/>
      </dsp:nvSpPr>
      <dsp:spPr>
        <a:xfrm>
          <a:off x="2765026" y="1622464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Checks temperature threshold</a:t>
          </a:r>
        </a:p>
      </dsp:txBody>
      <dsp:txXfrm>
        <a:off x="2765026" y="1622464"/>
        <a:ext cx="2319399" cy="720000"/>
      </dsp:txXfrm>
    </dsp:sp>
    <dsp:sp modelId="{F11CE997-503D-453A-B13A-730BD66EFDEA}">
      <dsp:nvSpPr>
        <dsp:cNvPr id="0" name=""/>
        <dsp:cNvSpPr/>
      </dsp:nvSpPr>
      <dsp:spPr>
        <a:xfrm>
          <a:off x="677567" y="2922314"/>
          <a:ext cx="1043729" cy="10437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271F3-404E-4153-AD70-2CA8F365D16D}">
      <dsp:nvSpPr>
        <dsp:cNvPr id="0" name=""/>
        <dsp:cNvSpPr/>
      </dsp:nvSpPr>
      <dsp:spPr>
        <a:xfrm>
          <a:off x="39732" y="4281931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unsafe → LED ON, relay activates</a:t>
          </a:r>
        </a:p>
      </dsp:txBody>
      <dsp:txXfrm>
        <a:off x="39732" y="4281931"/>
        <a:ext cx="2319399" cy="720000"/>
      </dsp:txXfrm>
    </dsp:sp>
    <dsp:sp modelId="{4A2F0F46-7747-4B30-AD3A-FDD3F6A5302C}">
      <dsp:nvSpPr>
        <dsp:cNvPr id="0" name=""/>
        <dsp:cNvSpPr/>
      </dsp:nvSpPr>
      <dsp:spPr>
        <a:xfrm>
          <a:off x="3402861" y="2922314"/>
          <a:ext cx="1043729" cy="10437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53C68-E6A2-4637-A2B5-C354A22EA7F5}">
      <dsp:nvSpPr>
        <dsp:cNvPr id="0" name=""/>
        <dsp:cNvSpPr/>
      </dsp:nvSpPr>
      <dsp:spPr>
        <a:xfrm>
          <a:off x="2765026" y="4281931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OLED displays alert, MQTT sends data</a:t>
          </a:r>
        </a:p>
      </dsp:txBody>
      <dsp:txXfrm>
        <a:off x="2765026" y="4281931"/>
        <a:ext cx="231939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A35F6-F1C6-45BF-9C34-B976438AB0FE}">
      <dsp:nvSpPr>
        <dsp:cNvPr id="0" name=""/>
        <dsp:cNvSpPr/>
      </dsp:nvSpPr>
      <dsp:spPr>
        <a:xfrm>
          <a:off x="649801" y="335615"/>
          <a:ext cx="1038496" cy="10384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B0F23-641F-491C-B9D2-2D974E77C371}">
      <dsp:nvSpPr>
        <dsp:cNvPr id="0" name=""/>
        <dsp:cNvSpPr/>
      </dsp:nvSpPr>
      <dsp:spPr>
        <a:xfrm>
          <a:off x="15164" y="1699010"/>
          <a:ext cx="23077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Priority</a:t>
          </a:r>
          <a:r>
            <a:rPr lang="en-US" sz="1200" kern="1200"/>
            <a:t>: Danger overrides Warning (one clear message)</a:t>
          </a:r>
        </a:p>
      </dsp:txBody>
      <dsp:txXfrm>
        <a:off x="15164" y="1699010"/>
        <a:ext cx="2307770" cy="720000"/>
      </dsp:txXfrm>
    </dsp:sp>
    <dsp:sp modelId="{E91CF8FB-B493-4744-B1B7-7A3C66680E76}">
      <dsp:nvSpPr>
        <dsp:cNvPr id="0" name=""/>
        <dsp:cNvSpPr/>
      </dsp:nvSpPr>
      <dsp:spPr>
        <a:xfrm>
          <a:off x="3361431" y="335615"/>
          <a:ext cx="1038496" cy="10384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0B7F3-5F6D-4807-89DC-218462DE99A1}">
      <dsp:nvSpPr>
        <dsp:cNvPr id="0" name=""/>
        <dsp:cNvSpPr/>
      </dsp:nvSpPr>
      <dsp:spPr>
        <a:xfrm>
          <a:off x="2726794" y="1699010"/>
          <a:ext cx="23077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Multi-room summary</a:t>
          </a:r>
          <a:r>
            <a:rPr lang="en-US" sz="1200" kern="1200" dirty="0"/>
            <a:t>: “Danger in rooms 01 and 02” (not repetitive)</a:t>
          </a:r>
        </a:p>
      </dsp:txBody>
      <dsp:txXfrm>
        <a:off x="2726794" y="1699010"/>
        <a:ext cx="2307770" cy="720000"/>
      </dsp:txXfrm>
    </dsp:sp>
    <dsp:sp modelId="{FDC9AA74-A7A7-418E-8AD6-5D740D4EBF5F}">
      <dsp:nvSpPr>
        <dsp:cNvPr id="0" name=""/>
        <dsp:cNvSpPr/>
      </dsp:nvSpPr>
      <dsp:spPr>
        <a:xfrm>
          <a:off x="649801" y="2995952"/>
          <a:ext cx="1038496" cy="10384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0518C-283E-47D4-9261-A6739526DC1E}">
      <dsp:nvSpPr>
        <dsp:cNvPr id="0" name=""/>
        <dsp:cNvSpPr/>
      </dsp:nvSpPr>
      <dsp:spPr>
        <a:xfrm>
          <a:off x="15164" y="4359347"/>
          <a:ext cx="23077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Cooldown timer</a:t>
          </a:r>
          <a:r>
            <a:rPr lang="en-US" sz="1200" kern="1200"/>
            <a:t>: prevents alarm spam and overlapping announcements</a:t>
          </a:r>
        </a:p>
      </dsp:txBody>
      <dsp:txXfrm>
        <a:off x="15164" y="4359347"/>
        <a:ext cx="2307770" cy="720000"/>
      </dsp:txXfrm>
    </dsp:sp>
    <dsp:sp modelId="{F737014B-276B-43D0-A53D-80650D15C37C}">
      <dsp:nvSpPr>
        <dsp:cNvPr id="0" name=""/>
        <dsp:cNvSpPr/>
      </dsp:nvSpPr>
      <dsp:spPr>
        <a:xfrm>
          <a:off x="3361431" y="2995952"/>
          <a:ext cx="1038496" cy="10384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64E88-5F25-4C84-9067-8B2F7DEA5FF8}">
      <dsp:nvSpPr>
        <dsp:cNvPr id="0" name=""/>
        <dsp:cNvSpPr/>
      </dsp:nvSpPr>
      <dsp:spPr>
        <a:xfrm>
          <a:off x="2726794" y="4359347"/>
          <a:ext cx="23077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Audio triggers only on </a:t>
          </a:r>
          <a:r>
            <a:rPr lang="en-US" sz="1200" b="1" kern="1200"/>
            <a:t>state change</a:t>
          </a:r>
          <a:r>
            <a:rPr lang="en-US" sz="1200" kern="1200"/>
            <a:t> (escalation), not when cooling down</a:t>
          </a:r>
        </a:p>
      </dsp:txBody>
      <dsp:txXfrm>
        <a:off x="2726794" y="4359347"/>
        <a:ext cx="230777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C0A7F-A048-4036-9925-3C01833BA677}">
      <dsp:nvSpPr>
        <dsp:cNvPr id="0" name=""/>
        <dsp:cNvSpPr/>
      </dsp:nvSpPr>
      <dsp:spPr>
        <a:xfrm>
          <a:off x="0" y="642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5B96D-FE0A-46B3-85FF-46FD498ABB8B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5785F-FA60-4C4D-A9B6-B842E430C039}">
      <dsp:nvSpPr>
        <dsp:cNvPr id="0" name=""/>
        <dsp:cNvSpPr/>
      </dsp:nvSpPr>
      <dsp:spPr>
        <a:xfrm>
          <a:off x="1736952" y="642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Useful in nursing homes and hospitals</a:t>
          </a:r>
        </a:p>
      </dsp:txBody>
      <dsp:txXfrm>
        <a:off x="1736952" y="642"/>
        <a:ext cx="3387206" cy="1503855"/>
      </dsp:txXfrm>
    </dsp:sp>
    <dsp:sp modelId="{C084F30A-4AE1-4358-AE95-6D5251EF31F8}">
      <dsp:nvSpPr>
        <dsp:cNvPr id="0" name=""/>
        <dsp:cNvSpPr/>
      </dsp:nvSpPr>
      <dsp:spPr>
        <a:xfrm>
          <a:off x="0" y="1880461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550FE-6CEA-4C5F-A278-F7CD3D2411D1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9E7F6-5A69-4DD1-95B3-B9B28937BC36}">
      <dsp:nvSpPr>
        <dsp:cNvPr id="0" name=""/>
        <dsp:cNvSpPr/>
      </dsp:nvSpPr>
      <dsp:spPr>
        <a:xfrm>
          <a:off x="1736952" y="1880461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Prevents heat-related risks</a:t>
          </a:r>
        </a:p>
      </dsp:txBody>
      <dsp:txXfrm>
        <a:off x="1736952" y="1880461"/>
        <a:ext cx="3387206" cy="1503855"/>
      </dsp:txXfrm>
    </dsp:sp>
    <dsp:sp modelId="{8C89AD36-6483-488D-9040-012F8CBF36A1}">
      <dsp:nvSpPr>
        <dsp:cNvPr id="0" name=""/>
        <dsp:cNvSpPr/>
      </dsp:nvSpPr>
      <dsp:spPr>
        <a:xfrm>
          <a:off x="0" y="3760280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F68C4-850A-4D46-B201-075D124DF2E3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21B26-9BF3-4CD9-A122-C7DE757D153F}">
      <dsp:nvSpPr>
        <dsp:cNvPr id="0" name=""/>
        <dsp:cNvSpPr/>
      </dsp:nvSpPr>
      <dsp:spPr>
        <a:xfrm>
          <a:off x="1736952" y="3760280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Supports smart healthcare systems</a:t>
          </a:r>
        </a:p>
      </dsp:txBody>
      <dsp:txXfrm>
        <a:off x="1736952" y="3760280"/>
        <a:ext cx="3387206" cy="15038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4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9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1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8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6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8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2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3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4079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25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592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37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52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7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8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who.int/europe/health-topics/heatwaves?utm_source=chatgpt.com#tab=tab_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96802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061" y="1093380"/>
            <a:ext cx="2387867" cy="4671240"/>
          </a:xfrm>
        </p:spPr>
        <p:txBody>
          <a:bodyPr anchor="ctr">
            <a:normAutofit/>
          </a:bodyPr>
          <a:lstStyle/>
          <a:p>
            <a:r>
              <a:rPr lang="en-US"/>
              <a:t>IoT Heat Risk &amp; Climate Adaptive Safety System (HRCAS)</a:t>
            </a:r>
            <a:br>
              <a:rPr lang="en-US"/>
            </a:br>
            <a:endParaRPr lang="en-AE"/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4131" y="1093380"/>
            <a:ext cx="4664328" cy="46792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/>
              <a:t>IoT system monitors temperature and alerts when dangerous heat is detected.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By: Mariam, Masa, Nakai, Hamna</a:t>
            </a:r>
          </a:p>
          <a:p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D11FD5-487C-4A6B-836F-3831DC830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59" y="967252"/>
            <a:ext cx="8834241" cy="125989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What is the problem?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765169-F70D-4841-BE65-62E10CB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36EB8-D884-0FB0-A01C-B1A25643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37" y="2653634"/>
            <a:ext cx="5215183" cy="2542401"/>
          </a:xfrm>
          <a:prstGeom prst="rect">
            <a:avLst/>
          </a:prstGeom>
        </p:spPr>
      </p:pic>
      <p:sp>
        <p:nvSpPr>
          <p:cNvPr id="22" name="Freeform 14">
            <a:extLst>
              <a:ext uri="{FF2B5EF4-FFF2-40B4-BE49-F238E27FC236}">
                <a16:creationId xmlns:a16="http://schemas.microsoft.com/office/drawing/2014/main" id="{2A2CC818-8106-45C0-93D5-7051F99F2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FCF1B4-F6A4-47C8-BB40-564C79449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066020"/>
              </p:ext>
            </p:extLst>
          </p:nvPr>
        </p:nvGraphicFramePr>
        <p:xfrm>
          <a:off x="486918" y="2133600"/>
          <a:ext cx="2737709" cy="3759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this is relevant?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B0F25-2CD1-5D12-A198-9B8F753FE973}"/>
              </a:ext>
            </a:extLst>
          </p:cNvPr>
          <p:cNvSpPr txBox="1"/>
          <p:nvPr/>
        </p:nvSpPr>
        <p:spPr>
          <a:xfrm>
            <a:off x="1132922" y="6293990"/>
            <a:ext cx="620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Heatwaves Euro</a:t>
            </a:r>
            <a:endParaRPr lang="en-AE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7BD3D7E8-704B-DF44-92F1-9206381D0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8253" y="2436597"/>
            <a:ext cx="6082918" cy="3661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CBE5C-17BC-EED8-54A5-DBC419E9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258A11-5ADF-0B13-EB73-B6C4D15D0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88F114-E223-A295-374D-DFF79321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F8D47-FDB8-F8DA-3CD9-A168CF2E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solution 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C0AFCD9F-C463-9C34-5157-E9C4E360B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69395-4ECD-E1EF-F8B9-83E1B39F0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253" y="2550859"/>
            <a:ext cx="6591985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• IoT-based monitoring and alert system designed to prevent dangerous indoor heat conditions in elderly care environments.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</a:t>
            </a:r>
            <a:r>
              <a:rPr lang="en-US" b="1" dirty="0"/>
              <a:t> PHASE 1:</a:t>
            </a:r>
            <a:r>
              <a:rPr lang="en-US" dirty="0"/>
              <a:t> It continuously tracks the state of the environment in real time and determines when temperatures get dangerous.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</a:t>
            </a:r>
            <a:r>
              <a:rPr lang="en-US" b="1" dirty="0"/>
              <a:t>PHASE 2: </a:t>
            </a:r>
            <a:r>
              <a:rPr lang="en-US" dirty="0"/>
              <a:t>The system detects a heat risk, sends out instant alerts, and starts automatic safety measures. </a:t>
            </a:r>
          </a:p>
          <a:p>
            <a:pPr marL="0" indent="0">
              <a:buNone/>
            </a:pPr>
            <a:r>
              <a:rPr lang="en-US" dirty="0"/>
              <a:t>It also allows for remote monitoring, which enables caregivers to act swiftly and guarantee resident safety.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8738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88884-61DB-4EA8-1C9F-3A3EF346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C7778F-B39D-F518-05B9-68EE004B8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28CD2-93CD-D9F4-478E-E196A91C6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37E0F-3519-8482-9B06-72A9CEDC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Solution Architecture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8C0EFDFE-E08E-8668-0B45-D6C4521A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7780C1-2625-D865-262F-26CAA7B98C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726581"/>
              </p:ext>
            </p:extLst>
          </p:nvPr>
        </p:nvGraphicFramePr>
        <p:xfrm>
          <a:off x="107442" y="2051098"/>
          <a:ext cx="8833046" cy="4293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309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2704605"/>
            <a:ext cx="1518392" cy="3425832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Data Flow &amp; Logic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A06B34-2743-1B59-7634-5A67AEE2E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559932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1103" y="479423"/>
            <a:ext cx="7079993" cy="12561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Hardware &amp; WOKWI Simulation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FF29E-FA6A-BC6C-BB19-779D6D0A3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50" y="2569971"/>
            <a:ext cx="3502151" cy="3347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8C70AA-B5C0-AF4E-7ED2-18EE73C23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727" y="2572314"/>
            <a:ext cx="3502151" cy="3433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52" y="624110"/>
            <a:ext cx="3029157" cy="1280890"/>
          </a:xfrm>
        </p:spPr>
        <p:txBody>
          <a:bodyPr>
            <a:normAutofit/>
          </a:bodyPr>
          <a:lstStyle/>
          <a:p>
            <a:r>
              <a:rPr lang="en-US" sz="2800" dirty="0"/>
              <a:t>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7" y="1475232"/>
            <a:ext cx="3031941" cy="1734312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Setup: initialize Wi-Fi, MQTT, sensors, OLED</a:t>
            </a:r>
          </a:p>
          <a:p>
            <a:r>
              <a:rPr lang="en-US" sz="1400" dirty="0">
                <a:solidFill>
                  <a:srgbClr val="000000"/>
                </a:solidFill>
              </a:rPr>
              <a:t>Loop: read sensors, check safety, update alerts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Modular functions used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70BDA7-2570-9DCC-BFB1-3928DDE29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66" y="3093635"/>
            <a:ext cx="4032891" cy="3508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DD1397-A9E6-9AD5-8403-F8E2B9F1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66" y="173737"/>
            <a:ext cx="3920002" cy="2761488"/>
          </a:xfrm>
          <a:prstGeom prst="rect">
            <a:avLst/>
          </a:prstGeom>
        </p:spPr>
      </p:pic>
      <p:pic>
        <p:nvPicPr>
          <p:cNvPr id="4" name="Picture 3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6F6F1D1-3A56-3503-8D8A-A2D2082E7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03" y="3093635"/>
            <a:ext cx="3259932" cy="31637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4BCC2-B1F6-F54B-302C-E7002C34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7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8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9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0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2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3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4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5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7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110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1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2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3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4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5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6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7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8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9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20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21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25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25F129D9-8F3D-4302-AB5D-DE987A6B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F4A57F6-BEF1-4CA6-A0F1-3A01F6AB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rgbClr val="357C8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B8BB2-D026-FC98-07AB-50737BEA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RAW real time Data on Arduino</a:t>
            </a:r>
          </a:p>
        </p:txBody>
      </p:sp>
      <p:sp>
        <p:nvSpPr>
          <p:cNvPr id="131" name="Freeform 5">
            <a:extLst>
              <a:ext uri="{FF2B5EF4-FFF2-40B4-BE49-F238E27FC236}">
                <a16:creationId xmlns:a16="http://schemas.microsoft.com/office/drawing/2014/main" id="{E3336A73-1C9B-4BAA-A893-AD3C79E66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5FC96C-1A00-BE2C-FDB4-FA2556CC0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712" y="835645"/>
            <a:ext cx="460057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87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884825E-EC03-4722-8283-74EC8EECC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04A4164-FDD3-4AE9-8129-4E1B921E2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42BA971-550B-4D73-A876-FA172A0C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F52F4EE2-AD57-433A-87C2-B1418FE22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418466F3-BDB0-4394-BA4A-CF39BF690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9B5012CA-30F7-4EAF-9345-0EC48D013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F1CEB021-8D0F-48F1-947A-7F206BE2D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03D5F265-52CB-44C4-AC6C-690E2BAFF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AC865DC3-14CF-426B-B727-540299B5F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28D0689D-31AE-4EAE-8B89-90DCD47F1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17172BB3-0B74-4B5A-B1FC-09313DAC3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24BF584C-D8EA-4C47-98AB-CDD5EB007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124EB1F1-5E4E-4599-A171-9D77920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209368F-1AD1-453A-8026-F04870973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0E69BFA4-17AB-4ABA-8D3C-631A60BE0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4292D11E-0C01-4D2E-B100-948220935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A3A4E547-348A-4729-AC00-1E84D8AD9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AE8EC33A-BF4E-4E28-A2F7-033DBBC9D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8008CFA-8ADB-4AAB-8B54-AB4FE356C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1" name="Freeform 32">
              <a:extLst>
                <a:ext uri="{FF2B5EF4-FFF2-40B4-BE49-F238E27FC236}">
                  <a16:creationId xmlns:a16="http://schemas.microsoft.com/office/drawing/2014/main" id="{F204F925-C7EB-4729-AB29-7487C8ED8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Freeform 33">
              <a:extLst>
                <a:ext uri="{FF2B5EF4-FFF2-40B4-BE49-F238E27FC236}">
                  <a16:creationId xmlns:a16="http://schemas.microsoft.com/office/drawing/2014/main" id="{1B850771-3B79-4C27-9CC3-3CBFA90C0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3" name="Freeform 34">
              <a:extLst>
                <a:ext uri="{FF2B5EF4-FFF2-40B4-BE49-F238E27FC236}">
                  <a16:creationId xmlns:a16="http://schemas.microsoft.com/office/drawing/2014/main" id="{565B2F18-C5EF-495D-AF6F-226B7CA9D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4" name="Freeform 35">
              <a:extLst>
                <a:ext uri="{FF2B5EF4-FFF2-40B4-BE49-F238E27FC236}">
                  <a16:creationId xmlns:a16="http://schemas.microsoft.com/office/drawing/2014/main" id="{BCA4A062-5E82-4F21-BEBB-7E3C4405C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5" name="Freeform 36">
              <a:extLst>
                <a:ext uri="{FF2B5EF4-FFF2-40B4-BE49-F238E27FC236}">
                  <a16:creationId xmlns:a16="http://schemas.microsoft.com/office/drawing/2014/main" id="{85F9DBD7-D46E-42F2-96B1-B9EE44691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6" name="Freeform 37">
              <a:extLst>
                <a:ext uri="{FF2B5EF4-FFF2-40B4-BE49-F238E27FC236}">
                  <a16:creationId xmlns:a16="http://schemas.microsoft.com/office/drawing/2014/main" id="{098B143F-4C52-4FCA-AC4A-E9BEA91C7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7" name="Freeform 38">
              <a:extLst>
                <a:ext uri="{FF2B5EF4-FFF2-40B4-BE49-F238E27FC236}">
                  <a16:creationId xmlns:a16="http://schemas.microsoft.com/office/drawing/2014/main" id="{A3617AF3-1F02-4D51-9908-2C09CAAB0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76CA6318-3044-4469-954D-B2AD9DE3B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9" name="Freeform 6">
            <a:extLst>
              <a:ext uri="{FF2B5EF4-FFF2-40B4-BE49-F238E27FC236}">
                <a16:creationId xmlns:a16="http://schemas.microsoft.com/office/drawing/2014/main" id="{56320D52-458E-414C-8DAD-A51E40CC4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32489D8F-2A7B-490D-A898-8E1C53F43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217CE4D-3CDC-4A74-86E4-69E711A96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D48D584A-6905-4C30-A0D5-88E4D80DC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8C6AB37E-0BAF-45D9-971D-CD5D2221B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EAFF6719-EF6F-48E7-BBC9-8B246E8A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B2AA09E9-5AC3-47DF-B0D2-072C220F6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66A16E69-D37D-41E9-AE17-5A03FC81B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E096338E-02B4-4ADF-98D7-8C6B99D5A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7B530BD5-4CF0-46A3-A206-764CD2FC1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4AA648C8-D995-4038-9E51-853181CC8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D1089334-BECE-4E63-8D30-2698AF198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DF903852-9ADE-40D8-88A6-4307EE163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BD6BD7FE-0DE8-4144-9201-77063AB4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095409F9-0799-4ED7-8552-70F43FC23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09" y="4529540"/>
            <a:ext cx="6686550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Temperature and Humidity graph test on Adafruit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F00C17-861C-4F73-890A-9CE0DEFC5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44DBC529-D616-489C-80AD-17B2DC622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1984FD94-A9A2-406E-852A-A967EC5E9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C5F06D66-F74C-483B-B42F-59D53D9FA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55087956-4CE2-412E-9C2E-6B095CEE8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7CB14655-84F4-47F3-8200-22D50F26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0894DC7B-7251-43A8-8E17-FBE63F096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2A41950A-9722-4216-95AA-0C7BBF089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F1890C1C-C6E7-42AD-B5C4-CE56249EC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99C1F901-A2C5-48E2-B7F9-441295324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9C4ED00A-D5B9-4442-AA98-05A251849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AA229A43-A813-4BED-BF07-D9B95CE1D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F7B93C03-2DD3-43B7-B356-535D17C57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BFCC8305-17D2-4157-9FB8-BDCC98C57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DC18CC2-84E1-4064-8FD7-3E9BAAFF2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1908" y="635331"/>
            <a:ext cx="6722031" cy="3607485"/>
          </a:xfrm>
          <a:prstGeom prst="rect">
            <a:avLst/>
          </a:prstGeom>
          <a:solidFill>
            <a:srgbClr val="FFFFFE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3F27A4-956B-F783-6A73-B5DF0F5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02" y="1092894"/>
            <a:ext cx="3176825" cy="26923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F9DE5-4248-6E74-98CD-B51DFF6A6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21" y="1092895"/>
            <a:ext cx="3176823" cy="2692357"/>
          </a:xfrm>
          <a:prstGeom prst="rect">
            <a:avLst/>
          </a:prstGeom>
        </p:spPr>
      </p:pic>
      <p:sp>
        <p:nvSpPr>
          <p:cNvPr id="76" name="Freeform 33">
            <a:extLst>
              <a:ext uri="{FF2B5EF4-FFF2-40B4-BE49-F238E27FC236}">
                <a16:creationId xmlns:a16="http://schemas.microsoft.com/office/drawing/2014/main" id="{C55FB2C2-F00F-49A4-A209-A2E84263C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UI &amp; Live Data</a:t>
            </a:r>
            <a:br>
              <a:rPr lang="en-US">
                <a:solidFill>
                  <a:schemeClr val="tx2">
                    <a:lumMod val="75000"/>
                  </a:schemeClr>
                </a:solidFill>
              </a:rPr>
            </a:b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92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3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4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5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6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9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0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1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Read-only real-time monitoring dashboard</a:t>
            </a:r>
          </a:p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Displays temperature, humidity, and heat risk</a:t>
            </a:r>
          </a:p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ESP32 → MQTT → Dashboard (live updates)</a:t>
            </a:r>
          </a:p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No page refresh required</a:t>
            </a:r>
          </a:p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Designed for supervisory monitoring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B93C0-B71D-E02D-D7E6-4DC41E9CF77F}"/>
              </a:ext>
            </a:extLst>
          </p:cNvPr>
          <p:cNvSpPr txBox="1"/>
          <p:nvPr/>
        </p:nvSpPr>
        <p:spPr>
          <a:xfrm>
            <a:off x="473552" y="553299"/>
            <a:ext cx="81696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49000"/>
                  </a:schemeClr>
                </a:solidFill>
              </a:rPr>
              <a:t>Phase 3 additional expansions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424F-E5D9-632B-76B1-D696CA7B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399" y="343222"/>
            <a:ext cx="4622977" cy="653726"/>
          </a:xfrm>
        </p:spPr>
        <p:txBody>
          <a:bodyPr/>
          <a:lstStyle/>
          <a:p>
            <a:r>
              <a:rPr lang="en-US" sz="1800" dirty="0">
                <a:solidFill>
                  <a:srgbClr val="404040"/>
                </a:solidFill>
              </a:rPr>
              <a:t>   Intelligent Alert Handling (UI Side)</a:t>
            </a: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084B5087-8A7E-CE33-8508-8B6CAC67A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393293"/>
              </p:ext>
            </p:extLst>
          </p:nvPr>
        </p:nvGraphicFramePr>
        <p:xfrm>
          <a:off x="2402630" y="1125280"/>
          <a:ext cx="5049730" cy="541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8BF5E9B-BFFA-D25B-CDE1-15A08FF0B8EA}"/>
              </a:ext>
            </a:extLst>
          </p:cNvPr>
          <p:cNvSpPr txBox="1"/>
          <p:nvPr/>
        </p:nvSpPr>
        <p:spPr>
          <a:xfrm>
            <a:off x="1554481" y="82762"/>
            <a:ext cx="69768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0" u="none" strike="noStrike" baseline="0" dirty="0">
                <a:solidFill>
                  <a:srgbClr val="0E546F"/>
                </a:solidFill>
                <a:latin typeface="Century Gothic"/>
              </a:rPr>
              <a:t>Phase 3 additional expansions</a:t>
            </a:r>
            <a:r>
              <a:rPr sz="3600" b="0" i="0" u="none" strike="noStrike" dirty="0">
                <a:latin typeface="Century Gothic"/>
                <a:ea typeface="Century Gothic"/>
                <a:cs typeface="Century Gothic"/>
              </a:rPr>
              <a:t>​</a:t>
            </a:r>
            <a:endParaRPr lang="en-US" dirty="0"/>
          </a:p>
          <a:p>
            <a:pPr algn="ctr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7465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E26A0-BB97-A1BC-AE17-7630CBFF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2AE277CC-307F-8601-2A24-5E070E1D3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4FE99-C2CB-DF18-271C-AE08ECB0D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Alert System</a:t>
            </a:r>
            <a:br>
              <a:rPr lang="en-US" dirty="0">
                <a:solidFill>
                  <a:schemeClr val="tx2">
                    <a:lumMod val="75000"/>
                  </a:schemeClr>
                </a:solidFill>
              </a:rPr>
            </a:b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DC4D2BC-22BE-3707-A5BF-F765505EC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987C283-8958-588C-6A1D-99EA3C3CC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32B8AFD-3886-ABDA-8F9A-697C86DE0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92" name="Freeform 11">
              <a:extLst>
                <a:ext uri="{FF2B5EF4-FFF2-40B4-BE49-F238E27FC236}">
                  <a16:creationId xmlns:a16="http://schemas.microsoft.com/office/drawing/2014/main" id="{D240E67C-18D8-BD2C-88E5-7A249A2B7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3" name="Freeform 12">
              <a:extLst>
                <a:ext uri="{FF2B5EF4-FFF2-40B4-BE49-F238E27FC236}">
                  <a16:creationId xmlns:a16="http://schemas.microsoft.com/office/drawing/2014/main" id="{068C5368-84B0-D9F2-D194-65B5CDAEE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4" name="Freeform 13">
              <a:extLst>
                <a:ext uri="{FF2B5EF4-FFF2-40B4-BE49-F238E27FC236}">
                  <a16:creationId xmlns:a16="http://schemas.microsoft.com/office/drawing/2014/main" id="{9C23E0CD-3E6A-2CBB-56A8-0FC53A8C0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5" name="Freeform 14">
              <a:extLst>
                <a:ext uri="{FF2B5EF4-FFF2-40B4-BE49-F238E27FC236}">
                  <a16:creationId xmlns:a16="http://schemas.microsoft.com/office/drawing/2014/main" id="{6308F106-ABBF-49E0-A615-DDA17A6B2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6" name="Freeform 15">
              <a:extLst>
                <a:ext uri="{FF2B5EF4-FFF2-40B4-BE49-F238E27FC236}">
                  <a16:creationId xmlns:a16="http://schemas.microsoft.com/office/drawing/2014/main" id="{28F51EB1-8CE2-4FAB-0A7C-AFCC47C09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3DBE86B4-4C7C-13D1-B996-3927E9927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52FA0531-B8F1-5EE0-48A5-95303F099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9" name="Freeform 18">
              <a:extLst>
                <a:ext uri="{FF2B5EF4-FFF2-40B4-BE49-F238E27FC236}">
                  <a16:creationId xmlns:a16="http://schemas.microsoft.com/office/drawing/2014/main" id="{1021B37B-95FC-7FED-7D17-42B687E21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0" name="Freeform 19">
              <a:extLst>
                <a:ext uri="{FF2B5EF4-FFF2-40B4-BE49-F238E27FC236}">
                  <a16:creationId xmlns:a16="http://schemas.microsoft.com/office/drawing/2014/main" id="{9CB80A97-38F3-AB8F-54ED-00A60FB00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1" name="Freeform 20">
              <a:extLst>
                <a:ext uri="{FF2B5EF4-FFF2-40B4-BE49-F238E27FC236}">
                  <a16:creationId xmlns:a16="http://schemas.microsoft.com/office/drawing/2014/main" id="{C81DC95E-054A-0661-5283-4D6A30A97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114F4578-7DE1-B2C6-4ED4-A8F3643A9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7C667E75-4E4D-3258-A8EE-46A8A9606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6E7CC-C036-D4CA-DFEF-B0BF8AA8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Automatic Warning &amp; Danger detection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Color-coded visual risk levels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Voice alerts with: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Priority (Danger &gt; Warning)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Deduplication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Cooldown (no spam)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Handles multiple rooms safely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8B833-BF68-B399-D35D-5D66533954DB}"/>
              </a:ext>
            </a:extLst>
          </p:cNvPr>
          <p:cNvSpPr txBox="1"/>
          <p:nvPr/>
        </p:nvSpPr>
        <p:spPr>
          <a:xfrm>
            <a:off x="1187852" y="261252"/>
            <a:ext cx="72208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0" u="none" strike="noStrike" baseline="0" dirty="0">
                <a:solidFill>
                  <a:srgbClr val="0E546F"/>
                </a:solidFill>
                <a:latin typeface="Century Gothic"/>
              </a:rPr>
              <a:t>Phase 3 additional expansions</a:t>
            </a:r>
            <a:r>
              <a:rPr sz="3600" b="0" i="0" u="none" strike="noStrike" dirty="0">
                <a:latin typeface="Century Gothic"/>
                <a:ea typeface="Century Gothic"/>
                <a:cs typeface="Century Gothic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0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142232"/>
            <a:ext cx="2271798" cy="821683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Challenges we faced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933" y="1627631"/>
            <a:ext cx="5098525" cy="1977577"/>
          </a:xfrm>
        </p:spPr>
        <p:txBody>
          <a:bodyPr anchor="ctr">
            <a:normAutofit/>
          </a:bodyPr>
          <a:lstStyle/>
          <a:p>
            <a:r>
              <a:rPr lang="en-US" dirty="0"/>
              <a:t>Networking issues, ESP32 needs</a:t>
            </a:r>
            <a:r>
              <a:rPr dirty="0"/>
              <a:t> Wi-Fi</a:t>
            </a:r>
          </a:p>
          <a:p>
            <a:r>
              <a:rPr lang="en-US" dirty="0"/>
              <a:t>Unavailable components, restricted resources</a:t>
            </a:r>
          </a:p>
          <a:p>
            <a:r>
              <a:rPr lang="en-US" dirty="0"/>
              <a:t>Incompatible ESP version on Arduino</a:t>
            </a:r>
          </a:p>
          <a:p>
            <a:r>
              <a:rPr lang="en-US" dirty="0"/>
              <a:t>Packages and dependencies installation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CE952-6E7E-CCFB-DD8E-9F172ABD5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191" y="4142232"/>
            <a:ext cx="3890616" cy="21787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E34CF-77ED-5B7C-E3A0-CF149FB0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DE7A1B9-03E5-7C7B-02FB-5035572C9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B89FE-0530-587E-B67A-4885C07A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74" y="3967924"/>
            <a:ext cx="3054782" cy="81548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Future improvements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729FE901-2A53-5921-BD01-452700D04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67478D-3436-003E-D87C-A5246924E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50FE-0A30-BF4A-0B0B-9BEC46684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933" y="1755648"/>
            <a:ext cx="5098525" cy="4155574"/>
          </a:xfrm>
        </p:spPr>
        <p:txBody>
          <a:bodyPr anchor="ctr">
            <a:normAutofit/>
          </a:bodyPr>
          <a:lstStyle/>
          <a:p>
            <a:r>
              <a:rPr lang="en-US" dirty="0"/>
              <a:t>Adding sensors like: Ultrasonic and PIR</a:t>
            </a:r>
          </a:p>
          <a:p>
            <a:r>
              <a:rPr lang="en-US" dirty="0"/>
              <a:t>Focusing on Power Optimization, including a battery backup to monitor multiple rooms </a:t>
            </a:r>
          </a:p>
          <a:p>
            <a:r>
              <a:rPr lang="en-US" dirty="0"/>
              <a:t>Upgrade to 8883 MQTT for secure communication</a:t>
            </a:r>
          </a:p>
          <a:p>
            <a:r>
              <a:rPr lang="en-US" dirty="0"/>
              <a:t>Creating a Machine Learning model for future predictions</a:t>
            </a:r>
          </a:p>
          <a:p>
            <a:r>
              <a:rPr lang="en-US" dirty="0"/>
              <a:t>Integrating a relevant agentic RAG system for </a:t>
            </a:r>
          </a:p>
          <a:p>
            <a:r>
              <a:rPr lang="en-US" dirty="0"/>
              <a:t>Dashboard </a:t>
            </a:r>
            <a:r>
              <a:rPr lang="en-US" dirty="0" err="1"/>
              <a:t>customisation</a:t>
            </a:r>
            <a:r>
              <a:rPr lang="en-US" dirty="0"/>
              <a:t> and expansion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54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527" y="3101093"/>
            <a:ext cx="1961932" cy="93141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Industry Relevance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CD206-B449-6E85-0D33-D51EB1DEB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266637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BB28D-B3CC-B001-5055-E4C79655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A5FC171-5EF1-470A-B19B-DB937973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AD68EE7-6E6F-4168-83FE-BCDDC20F5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38C7C522-2CA3-4927-812D-9F1AC9FF8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995459CF-DC15-4960-B065-B8C71F25B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D5D9080-6901-48E6-B2A9-DA3090880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A2BD6BF-BDB9-43A3-B792-B7B26CC6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96208F4-D505-4A68-BEDF-E96961846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6BB5AC3B-3C17-491B-9140-0261A64C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C3FE957-2461-4A04-9808-804832D2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9E7D39AF-E43F-4198-A96B-0C6F6879B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2163D5F0-0E60-477F-81E5-926E3D2C4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CA971080-800C-4323-A282-9C7F0C275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8BEDE905-174F-4921-8707-372BD09EC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DFEA88C-59D1-4353-9ABE-DA5838604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F26546-F1D2-1C5F-0F13-B5DAA791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336" y="2560813"/>
            <a:ext cx="6683766" cy="1280890"/>
          </a:xfrm>
        </p:spPr>
        <p:txBody>
          <a:bodyPr>
            <a:noAutofit/>
          </a:bodyPr>
          <a:lstStyle/>
          <a:p>
            <a:r>
              <a:rPr lang="en-US" sz="8000" b="1" dirty="0"/>
              <a:t>Thank You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8D5B2B-7539-4692-96C7-956FDD481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01F56A0F-589B-4CE8-ACA8-16FF7B1E1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617EF01-C9DD-49D3-8908-08A76FA76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A12BC412-C80D-4F01-BD6C-35A065C6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D66FC409-A644-41DE-AF06-C7D374CF8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72E31667-996B-4BEB-AA28-B7BA46346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5286DA5-36AF-465E-8B17-EE32FCB5C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EF5BC6ED-F1E5-43AF-9DC4-53919898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B871659D-02E2-4544-8225-DA9A0D3FE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0741C423-01DC-43E6-B41E-EB37934C2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AEB1085C-0035-4E7D-A905-DB7603D9B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41C9FE3F-7AEF-4142-9E70-1AAB92A99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07FA83E8-0042-4D3D-87A1-FDE325C51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685D77DF-610F-4D0F-A3D2-4FBBC9664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50" name="Freeform 11">
            <a:extLst>
              <a:ext uri="{FF2B5EF4-FFF2-40B4-BE49-F238E27FC236}">
                <a16:creationId xmlns:a16="http://schemas.microsoft.com/office/drawing/2014/main" id="{2513384B-399F-47B1-9ABD-172607AA4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2788B6-4CDE-515F-63A2-E1AC69BC4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993635"/>
              </p:ext>
            </p:extLst>
          </p:nvPr>
        </p:nvGraphicFramePr>
        <p:xfrm>
          <a:off x="1952551" y="2620002"/>
          <a:ext cx="5400723" cy="1162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57521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1335</TotalTime>
  <Words>469</Words>
  <Application>Microsoft Office PowerPoint</Application>
  <PresentationFormat>On-screen Show (4:3)</PresentationFormat>
  <Paragraphs>72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Wisp</vt:lpstr>
      <vt:lpstr>IoT Heat Risk &amp; Climate Adaptive Safety System (HRCAS) </vt:lpstr>
      <vt:lpstr>What is the problem?</vt:lpstr>
      <vt:lpstr>Why this is relevant?</vt:lpstr>
      <vt:lpstr>Our solution </vt:lpstr>
      <vt:lpstr>Solution Architecture</vt:lpstr>
      <vt:lpstr>Data Flow &amp; Logic</vt:lpstr>
      <vt:lpstr>Hardware &amp; WOKWI Simulation</vt:lpstr>
      <vt:lpstr> Code Structure</vt:lpstr>
      <vt:lpstr>RAW real time Data on Arduino</vt:lpstr>
      <vt:lpstr>Temperature and Humidity graph test on Adafruit</vt:lpstr>
      <vt:lpstr>UI &amp; Live Data </vt:lpstr>
      <vt:lpstr>   Intelligent Alert Handling (UI Side)</vt:lpstr>
      <vt:lpstr>Alert System </vt:lpstr>
      <vt:lpstr>Challenges we faced</vt:lpstr>
      <vt:lpstr>Future improvements</vt:lpstr>
      <vt:lpstr>Industry Relevance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Hamna Shameer</dc:creator>
  <cp:keywords/>
  <dc:description>generated using python-pptx</dc:description>
  <cp:lastModifiedBy>Hamna Shameer</cp:lastModifiedBy>
  <cp:revision>5</cp:revision>
  <dcterms:created xsi:type="dcterms:W3CDTF">2013-01-27T09:14:16Z</dcterms:created>
  <dcterms:modified xsi:type="dcterms:W3CDTF">2026-02-16T16:36:33Z</dcterms:modified>
  <cp:category/>
</cp:coreProperties>
</file>